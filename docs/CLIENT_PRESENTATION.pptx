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50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4B9C9E-E93F-4850-A749-E5C9E21C3E14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489C508-4E5B-4343-BBFB-21ADD609A4C1}">
      <dgm:prSet/>
      <dgm:spPr/>
      <dgm:t>
        <a:bodyPr/>
        <a:lstStyle/>
        <a:p>
          <a:r>
            <a:rPr lang="en-US" b="1"/>
            <a:t>Example: From Idea to Running Test in 2 Minutes</a:t>
          </a:r>
          <a:endParaRPr lang="en-US"/>
        </a:p>
      </dgm:t>
    </dgm:pt>
    <dgm:pt modelId="{6A364ACD-2FF7-4DC2-9BE4-1567ED5C66C6}" type="parTrans" cxnId="{06196185-9ADD-45C4-A47E-2F3398C39B2E}">
      <dgm:prSet/>
      <dgm:spPr/>
      <dgm:t>
        <a:bodyPr/>
        <a:lstStyle/>
        <a:p>
          <a:endParaRPr lang="en-US"/>
        </a:p>
      </dgm:t>
    </dgm:pt>
    <dgm:pt modelId="{88B8C81A-2106-4DD9-A55A-4FE3458F245E}" type="sibTrans" cxnId="{06196185-9ADD-45C4-A47E-2F3398C39B2E}">
      <dgm:prSet/>
      <dgm:spPr/>
      <dgm:t>
        <a:bodyPr/>
        <a:lstStyle/>
        <a:p>
          <a:endParaRPr lang="en-US"/>
        </a:p>
      </dgm:t>
    </dgm:pt>
    <dgm:pt modelId="{002C540E-D54C-41A3-AB36-44F8E1B0A314}">
      <dgm:prSet/>
      <dgm:spPr/>
      <dgm:t>
        <a:bodyPr/>
        <a:lstStyle/>
        <a:p>
          <a:r>
            <a:rPr lang="en-US" b="1"/>
            <a:t>Step 1: Describe What You Want (30 seconds)</a:t>
          </a:r>
          <a:endParaRPr lang="en-US"/>
        </a:p>
      </dgm:t>
    </dgm:pt>
    <dgm:pt modelId="{EFF208F6-0448-40F7-9747-ACF0C9142181}" type="parTrans" cxnId="{6989F616-D63C-432F-9846-816A26EF4772}">
      <dgm:prSet/>
      <dgm:spPr/>
      <dgm:t>
        <a:bodyPr/>
        <a:lstStyle/>
        <a:p>
          <a:endParaRPr lang="en-US"/>
        </a:p>
      </dgm:t>
    </dgm:pt>
    <dgm:pt modelId="{C6FAC71A-B7A7-4433-B768-B131F1762926}" type="sibTrans" cxnId="{6989F616-D63C-432F-9846-816A26EF4772}">
      <dgm:prSet/>
      <dgm:spPr/>
      <dgm:t>
        <a:bodyPr/>
        <a:lstStyle/>
        <a:p>
          <a:endParaRPr lang="en-US"/>
        </a:p>
      </dgm:t>
    </dgm:pt>
    <dgm:pt modelId="{39329871-F27D-49C6-BA6F-A8E1417309A3}">
      <dgm:prSet/>
      <dgm:spPr/>
      <dgm:t>
        <a:bodyPr/>
        <a:lstStyle/>
        <a:p>
          <a:r>
            <a:rPr lang="en-US" b="1"/>
            <a:t>const</a:t>
          </a:r>
          <a:r>
            <a:rPr lang="en-US"/>
            <a:t> description = `</a:t>
          </a:r>
          <a:br>
            <a:rPr lang="en-US"/>
          </a:br>
          <a:r>
            <a:rPr lang="en-US"/>
            <a:t>  Login to the application,</a:t>
          </a:r>
          <a:br>
            <a:rPr lang="en-US"/>
          </a:br>
          <a:r>
            <a:rPr lang="en-US"/>
            <a:t>  add 3 products to cart,</a:t>
          </a:r>
          <a:br>
            <a:rPr lang="en-US"/>
          </a:br>
          <a:r>
            <a:rPr lang="en-US"/>
            <a:t>  complete checkout with valid payment</a:t>
          </a:r>
          <a:br>
            <a:rPr lang="en-US"/>
          </a:br>
          <a:r>
            <a:rPr lang="en-US"/>
            <a:t>`;</a:t>
          </a:r>
        </a:p>
      </dgm:t>
    </dgm:pt>
    <dgm:pt modelId="{AB2212B5-753F-4618-A58B-054806E3FFFB}" type="parTrans" cxnId="{A3A54A69-8673-4826-B4A0-C5B1E3E59C11}">
      <dgm:prSet/>
      <dgm:spPr/>
      <dgm:t>
        <a:bodyPr/>
        <a:lstStyle/>
        <a:p>
          <a:endParaRPr lang="en-US"/>
        </a:p>
      </dgm:t>
    </dgm:pt>
    <dgm:pt modelId="{A3340205-5F01-4387-9FD5-D3A6EE9C0EED}" type="sibTrans" cxnId="{A3A54A69-8673-4826-B4A0-C5B1E3E59C11}">
      <dgm:prSet/>
      <dgm:spPr/>
      <dgm:t>
        <a:bodyPr/>
        <a:lstStyle/>
        <a:p>
          <a:endParaRPr lang="en-US"/>
        </a:p>
      </dgm:t>
    </dgm:pt>
    <dgm:pt modelId="{2FF45309-97D5-4BEF-8265-17EB10B476AD}">
      <dgm:prSet/>
      <dgm:spPr/>
      <dgm:t>
        <a:bodyPr/>
        <a:lstStyle/>
        <a:p>
          <a:r>
            <a:rPr lang="en-US" b="1"/>
            <a:t>Step 2: AI Creates Test Plan (30 seconds)</a:t>
          </a:r>
          <a:endParaRPr lang="en-US"/>
        </a:p>
      </dgm:t>
    </dgm:pt>
    <dgm:pt modelId="{260BE340-FEA1-4414-849C-46AA48DFEB69}" type="parTrans" cxnId="{FFB9FA18-BF1A-4D20-9CA5-81630C98EC9F}">
      <dgm:prSet/>
      <dgm:spPr/>
      <dgm:t>
        <a:bodyPr/>
        <a:lstStyle/>
        <a:p>
          <a:endParaRPr lang="en-US"/>
        </a:p>
      </dgm:t>
    </dgm:pt>
    <dgm:pt modelId="{D5BABEF9-1C0F-4DF5-96D5-0ABC4CCBCAB8}" type="sibTrans" cxnId="{FFB9FA18-BF1A-4D20-9CA5-81630C98EC9F}">
      <dgm:prSet/>
      <dgm:spPr/>
      <dgm:t>
        <a:bodyPr/>
        <a:lstStyle/>
        <a:p>
          <a:endParaRPr lang="en-US"/>
        </a:p>
      </dgm:t>
    </dgm:pt>
    <dgm:pt modelId="{C90E08D5-42E3-48B4-900B-9916212E2AAF}">
      <dgm:prSet/>
      <dgm:spPr/>
      <dgm:t>
        <a:bodyPr/>
        <a:lstStyle/>
        <a:p>
          <a:r>
            <a:rPr lang="en-US" b="1"/>
            <a:t>const</a:t>
          </a:r>
          <a:r>
            <a:rPr lang="en-US"/>
            <a:t> plan = </a:t>
          </a:r>
          <a:r>
            <a:rPr lang="en-US" b="1"/>
            <a:t>await</a:t>
          </a:r>
          <a:r>
            <a:rPr lang="en-US"/>
            <a:t> testAgents.planTest(description);</a:t>
          </a:r>
          <a:br>
            <a:rPr lang="en-US"/>
          </a:br>
          <a:r>
            <a:rPr lang="en-US" i="1"/>
            <a:t>// AI generates:</a:t>
          </a:r>
          <a:br>
            <a:rPr lang="en-US"/>
          </a:br>
          <a:r>
            <a:rPr lang="en-US" i="1"/>
            <a:t>// - 15 detailed test steps</a:t>
          </a:r>
          <a:br>
            <a:rPr lang="en-US"/>
          </a:br>
          <a:r>
            <a:rPr lang="en-US" i="1"/>
            <a:t>// - Expected outcomes</a:t>
          </a:r>
          <a:br>
            <a:rPr lang="en-US"/>
          </a:br>
          <a:r>
            <a:rPr lang="en-US" i="1"/>
            <a:t>// - Assertions</a:t>
          </a:r>
          <a:br>
            <a:rPr lang="en-US"/>
          </a:br>
          <a:r>
            <a:rPr lang="en-US" i="1"/>
            <a:t>// - Edge cases</a:t>
          </a:r>
          <a:br>
            <a:rPr lang="en-US"/>
          </a:br>
          <a:r>
            <a:rPr lang="en-US" i="1"/>
            <a:t>// - Estimated runtime</a:t>
          </a:r>
          <a:endParaRPr lang="en-US"/>
        </a:p>
      </dgm:t>
    </dgm:pt>
    <dgm:pt modelId="{583CFE70-3FE8-4AD5-8E97-DDB9BDCF0531}" type="parTrans" cxnId="{1D9ACC09-0D78-4A80-B41C-FC94647F6DE1}">
      <dgm:prSet/>
      <dgm:spPr/>
      <dgm:t>
        <a:bodyPr/>
        <a:lstStyle/>
        <a:p>
          <a:endParaRPr lang="en-US"/>
        </a:p>
      </dgm:t>
    </dgm:pt>
    <dgm:pt modelId="{21D7846D-A9CC-4440-8D39-4CA36125A62B}" type="sibTrans" cxnId="{1D9ACC09-0D78-4A80-B41C-FC94647F6DE1}">
      <dgm:prSet/>
      <dgm:spPr/>
      <dgm:t>
        <a:bodyPr/>
        <a:lstStyle/>
        <a:p>
          <a:endParaRPr lang="en-US"/>
        </a:p>
      </dgm:t>
    </dgm:pt>
    <dgm:pt modelId="{743C8586-63C4-40B8-BB9B-6179CEE6AB00}">
      <dgm:prSet/>
      <dgm:spPr/>
      <dgm:t>
        <a:bodyPr/>
        <a:lstStyle/>
        <a:p>
          <a:r>
            <a:rPr lang="en-US" b="1"/>
            <a:t>Step 3: AI Generates Code (30 seconds)</a:t>
          </a:r>
          <a:endParaRPr lang="en-US"/>
        </a:p>
      </dgm:t>
    </dgm:pt>
    <dgm:pt modelId="{53AD46A3-5BE0-40E3-A88D-B1E73DE160DC}" type="parTrans" cxnId="{DD98EBF3-98CB-491D-9C8A-721E96D1D982}">
      <dgm:prSet/>
      <dgm:spPr/>
      <dgm:t>
        <a:bodyPr/>
        <a:lstStyle/>
        <a:p>
          <a:endParaRPr lang="en-US"/>
        </a:p>
      </dgm:t>
    </dgm:pt>
    <dgm:pt modelId="{7E6C3196-95B1-4DB7-98B9-EBC8E8B69BFF}" type="sibTrans" cxnId="{DD98EBF3-98CB-491D-9C8A-721E96D1D982}">
      <dgm:prSet/>
      <dgm:spPr/>
      <dgm:t>
        <a:bodyPr/>
        <a:lstStyle/>
        <a:p>
          <a:endParaRPr lang="en-US"/>
        </a:p>
      </dgm:t>
    </dgm:pt>
    <dgm:pt modelId="{67025629-4094-4B67-BF7D-62078A453539}">
      <dgm:prSet/>
      <dgm:spPr/>
      <dgm:t>
        <a:bodyPr/>
        <a:lstStyle/>
        <a:p>
          <a:r>
            <a:rPr lang="en-US" b="1"/>
            <a:t>const</a:t>
          </a:r>
          <a:r>
            <a:rPr lang="en-US"/>
            <a:t> generatedTest = </a:t>
          </a:r>
          <a:r>
            <a:rPr lang="en-US" b="1"/>
            <a:t>await</a:t>
          </a:r>
          <a:r>
            <a:rPr lang="en-US"/>
            <a:t> testAgents.generateTest(plan);</a:t>
          </a:r>
          <a:br>
            <a:rPr lang="en-US"/>
          </a:br>
          <a:r>
            <a:rPr lang="en-US" i="1"/>
            <a:t>// Production-ready code with:</a:t>
          </a:r>
          <a:br>
            <a:rPr lang="en-US"/>
          </a:br>
          <a:r>
            <a:rPr lang="en-US" i="1"/>
            <a:t>// - Proper structure</a:t>
          </a:r>
          <a:br>
            <a:rPr lang="en-US"/>
          </a:br>
          <a:r>
            <a:rPr lang="en-US" i="1"/>
            <a:t>// - Error handling</a:t>
          </a:r>
          <a:br>
            <a:rPr lang="en-US"/>
          </a:br>
          <a:r>
            <a:rPr lang="en-US" i="1"/>
            <a:t>// - Comments</a:t>
          </a:r>
          <a:br>
            <a:rPr lang="en-US"/>
          </a:br>
          <a:r>
            <a:rPr lang="en-US" i="1"/>
            <a:t>// - Best practices</a:t>
          </a:r>
          <a:endParaRPr lang="en-US"/>
        </a:p>
      </dgm:t>
    </dgm:pt>
    <dgm:pt modelId="{51A9713D-BCC3-434F-A908-7BDDDD6B2BF7}" type="parTrans" cxnId="{90DBB90A-4B54-42C6-B1C4-3B278B33AD00}">
      <dgm:prSet/>
      <dgm:spPr/>
      <dgm:t>
        <a:bodyPr/>
        <a:lstStyle/>
        <a:p>
          <a:endParaRPr lang="en-US"/>
        </a:p>
      </dgm:t>
    </dgm:pt>
    <dgm:pt modelId="{A013B311-D28C-495B-9A35-74C8ECFEC1CA}" type="sibTrans" cxnId="{90DBB90A-4B54-42C6-B1C4-3B278B33AD00}">
      <dgm:prSet/>
      <dgm:spPr/>
      <dgm:t>
        <a:bodyPr/>
        <a:lstStyle/>
        <a:p>
          <a:endParaRPr lang="en-US"/>
        </a:p>
      </dgm:t>
    </dgm:pt>
    <dgm:pt modelId="{9DF2F40F-48FE-47CA-8E42-09DBCD8FAB6A}">
      <dgm:prSet/>
      <dgm:spPr/>
      <dgm:t>
        <a:bodyPr/>
        <a:lstStyle/>
        <a:p>
          <a:r>
            <a:rPr lang="en-US" b="1"/>
            <a:t>Step 4: Execute &amp; Auto-Heal (30 seconds)</a:t>
          </a:r>
          <a:endParaRPr lang="en-US"/>
        </a:p>
      </dgm:t>
    </dgm:pt>
    <dgm:pt modelId="{969EC859-81AF-497A-90EC-461FC15507B4}" type="parTrans" cxnId="{8E1042B3-4DDA-4AA1-B8DB-302FFD5E3574}">
      <dgm:prSet/>
      <dgm:spPr/>
      <dgm:t>
        <a:bodyPr/>
        <a:lstStyle/>
        <a:p>
          <a:endParaRPr lang="en-US"/>
        </a:p>
      </dgm:t>
    </dgm:pt>
    <dgm:pt modelId="{377630A9-E2C7-4B25-B4A1-ED65880428B6}" type="sibTrans" cxnId="{8E1042B3-4DDA-4AA1-B8DB-302FFD5E3574}">
      <dgm:prSet/>
      <dgm:spPr/>
      <dgm:t>
        <a:bodyPr/>
        <a:lstStyle/>
        <a:p>
          <a:endParaRPr lang="en-US"/>
        </a:p>
      </dgm:t>
    </dgm:pt>
    <dgm:pt modelId="{9FA0E7FF-F086-4E19-9E49-5C3EE2AEF91F}">
      <dgm:prSet/>
      <dgm:spPr/>
      <dgm:t>
        <a:bodyPr/>
        <a:lstStyle/>
        <a:p>
          <a:r>
            <a:rPr lang="en-US" i="1"/>
            <a:t>// Run the test</a:t>
          </a:r>
          <a:br>
            <a:rPr lang="en-US"/>
          </a:br>
          <a:r>
            <a:rPr lang="en-US" b="1"/>
            <a:t>await</a:t>
          </a:r>
          <a:r>
            <a:rPr lang="en-US"/>
            <a:t> runTest(generatedTest);</a:t>
          </a:r>
          <a:br>
            <a:rPr lang="en-US"/>
          </a:br>
          <a:br>
            <a:rPr lang="en-US"/>
          </a:br>
          <a:r>
            <a:rPr lang="en-US" i="1"/>
            <a:t>// If it fails, AI heals it</a:t>
          </a:r>
          <a:br>
            <a:rPr lang="en-US"/>
          </a:br>
          <a:r>
            <a:rPr lang="en-US" b="1"/>
            <a:t>if</a:t>
          </a:r>
          <a:r>
            <a:rPr lang="en-US"/>
            <a:t> (testFailed) {</a:t>
          </a:r>
          <a:br>
            <a:rPr lang="en-US"/>
          </a:br>
          <a:r>
            <a:rPr lang="en-US"/>
            <a:t>  </a:t>
          </a:r>
          <a:r>
            <a:rPr lang="en-US" b="1"/>
            <a:t>const</a:t>
          </a:r>
          <a:r>
            <a:rPr lang="en-US"/>
            <a:t> fixes = </a:t>
          </a:r>
          <a:r>
            <a:rPr lang="en-US" b="1"/>
            <a:t>await</a:t>
          </a:r>
          <a:r>
            <a:rPr lang="en-US"/>
            <a:t> testAgents.healTest(failure);</a:t>
          </a:r>
          <a:br>
            <a:rPr lang="en-US"/>
          </a:br>
          <a:r>
            <a:rPr lang="en-US"/>
            <a:t>  </a:t>
          </a:r>
          <a:r>
            <a:rPr lang="en-US" b="1"/>
            <a:t>await</a:t>
          </a:r>
          <a:r>
            <a:rPr lang="en-US"/>
            <a:t> applyFixes(fixes); </a:t>
          </a:r>
          <a:r>
            <a:rPr lang="en-US" i="1"/>
            <a:t>// Auto-fix</a:t>
          </a:r>
          <a:br>
            <a:rPr lang="en-US"/>
          </a:br>
          <a:r>
            <a:rPr lang="en-US"/>
            <a:t>}</a:t>
          </a:r>
        </a:p>
      </dgm:t>
    </dgm:pt>
    <dgm:pt modelId="{8C4F0D84-8EA4-4DBA-A98C-9A3F95BFA5D3}" type="parTrans" cxnId="{B8420FFB-75C4-4616-8BD7-2B676EAA3AB6}">
      <dgm:prSet/>
      <dgm:spPr/>
      <dgm:t>
        <a:bodyPr/>
        <a:lstStyle/>
        <a:p>
          <a:endParaRPr lang="en-US"/>
        </a:p>
      </dgm:t>
    </dgm:pt>
    <dgm:pt modelId="{C86278C7-11B6-4ADE-A400-559DC57AF671}" type="sibTrans" cxnId="{B8420FFB-75C4-4616-8BD7-2B676EAA3AB6}">
      <dgm:prSet/>
      <dgm:spPr/>
      <dgm:t>
        <a:bodyPr/>
        <a:lstStyle/>
        <a:p>
          <a:endParaRPr lang="en-US"/>
        </a:p>
      </dgm:t>
    </dgm:pt>
    <dgm:pt modelId="{BC2F015E-714E-4E52-81EB-CDA7705C8DE3}">
      <dgm:prSet/>
      <dgm:spPr/>
      <dgm:t>
        <a:bodyPr/>
        <a:lstStyle/>
        <a:p>
          <a:r>
            <a:rPr lang="en-US" b="1"/>
            <a:t>Total time: 2 minutes vs. 2 hours manually!</a:t>
          </a:r>
          <a:endParaRPr lang="en-US"/>
        </a:p>
      </dgm:t>
    </dgm:pt>
    <dgm:pt modelId="{C0DCDBE1-F848-4CF9-B4CA-40A92BD4620E}" type="parTrans" cxnId="{2A08B484-F706-4D1B-868A-1B82DCB4D584}">
      <dgm:prSet/>
      <dgm:spPr/>
      <dgm:t>
        <a:bodyPr/>
        <a:lstStyle/>
        <a:p>
          <a:endParaRPr lang="en-US"/>
        </a:p>
      </dgm:t>
    </dgm:pt>
    <dgm:pt modelId="{E0693A99-A448-4077-92A1-72FFE902D590}" type="sibTrans" cxnId="{2A08B484-F706-4D1B-868A-1B82DCB4D584}">
      <dgm:prSet/>
      <dgm:spPr/>
      <dgm:t>
        <a:bodyPr/>
        <a:lstStyle/>
        <a:p>
          <a:endParaRPr lang="en-US"/>
        </a:p>
      </dgm:t>
    </dgm:pt>
    <dgm:pt modelId="{88C8EE46-CC37-41A6-AA75-4FDAE5E0B10D}" type="pres">
      <dgm:prSet presAssocID="{D74B9C9E-E93F-4850-A749-E5C9E21C3E14}" presName="diagram" presStyleCnt="0">
        <dgm:presLayoutVars>
          <dgm:dir/>
          <dgm:resizeHandles val="exact"/>
        </dgm:presLayoutVars>
      </dgm:prSet>
      <dgm:spPr/>
    </dgm:pt>
    <dgm:pt modelId="{DA4C857C-B3D9-41D0-A7BE-94C34C2171A5}" type="pres">
      <dgm:prSet presAssocID="{A489C508-4E5B-4343-BBFB-21ADD609A4C1}" presName="node" presStyleLbl="node1" presStyleIdx="0" presStyleCnt="6">
        <dgm:presLayoutVars>
          <dgm:bulletEnabled val="1"/>
        </dgm:presLayoutVars>
      </dgm:prSet>
      <dgm:spPr/>
    </dgm:pt>
    <dgm:pt modelId="{A5D73579-B89A-4D09-BDF1-36533480E776}" type="pres">
      <dgm:prSet presAssocID="{88B8C81A-2106-4DD9-A55A-4FE3458F245E}" presName="sibTrans" presStyleCnt="0"/>
      <dgm:spPr/>
    </dgm:pt>
    <dgm:pt modelId="{DF071053-21E8-487A-B7CB-2E1A35992332}" type="pres">
      <dgm:prSet presAssocID="{002C540E-D54C-41A3-AB36-44F8E1B0A314}" presName="node" presStyleLbl="node1" presStyleIdx="1" presStyleCnt="6">
        <dgm:presLayoutVars>
          <dgm:bulletEnabled val="1"/>
        </dgm:presLayoutVars>
      </dgm:prSet>
      <dgm:spPr/>
    </dgm:pt>
    <dgm:pt modelId="{8640A2B3-F455-4B54-A33B-510C6BFF892C}" type="pres">
      <dgm:prSet presAssocID="{C6FAC71A-B7A7-4433-B768-B131F1762926}" presName="sibTrans" presStyleCnt="0"/>
      <dgm:spPr/>
    </dgm:pt>
    <dgm:pt modelId="{7EEA075F-EACE-43DC-9939-F1253066F204}" type="pres">
      <dgm:prSet presAssocID="{2FF45309-97D5-4BEF-8265-17EB10B476AD}" presName="node" presStyleLbl="node1" presStyleIdx="2" presStyleCnt="6">
        <dgm:presLayoutVars>
          <dgm:bulletEnabled val="1"/>
        </dgm:presLayoutVars>
      </dgm:prSet>
      <dgm:spPr/>
    </dgm:pt>
    <dgm:pt modelId="{AEDE98BF-1D54-44DB-BB33-55FDF15AA614}" type="pres">
      <dgm:prSet presAssocID="{D5BABEF9-1C0F-4DF5-96D5-0ABC4CCBCAB8}" presName="sibTrans" presStyleCnt="0"/>
      <dgm:spPr/>
    </dgm:pt>
    <dgm:pt modelId="{814E8721-EC3E-4AE0-ABAB-193D3BD22CD6}" type="pres">
      <dgm:prSet presAssocID="{743C8586-63C4-40B8-BB9B-6179CEE6AB00}" presName="node" presStyleLbl="node1" presStyleIdx="3" presStyleCnt="6">
        <dgm:presLayoutVars>
          <dgm:bulletEnabled val="1"/>
        </dgm:presLayoutVars>
      </dgm:prSet>
      <dgm:spPr/>
    </dgm:pt>
    <dgm:pt modelId="{94CB4453-DE35-495B-A336-81B0CD1F0121}" type="pres">
      <dgm:prSet presAssocID="{7E6C3196-95B1-4DB7-98B9-EBC8E8B69BFF}" presName="sibTrans" presStyleCnt="0"/>
      <dgm:spPr/>
    </dgm:pt>
    <dgm:pt modelId="{2DB93639-0353-48AC-AB5D-A10709B3FF08}" type="pres">
      <dgm:prSet presAssocID="{9DF2F40F-48FE-47CA-8E42-09DBCD8FAB6A}" presName="node" presStyleLbl="node1" presStyleIdx="4" presStyleCnt="6">
        <dgm:presLayoutVars>
          <dgm:bulletEnabled val="1"/>
        </dgm:presLayoutVars>
      </dgm:prSet>
      <dgm:spPr/>
    </dgm:pt>
    <dgm:pt modelId="{92876EC7-4E7F-41A3-A65D-84290930D074}" type="pres">
      <dgm:prSet presAssocID="{377630A9-E2C7-4B25-B4A1-ED65880428B6}" presName="sibTrans" presStyleCnt="0"/>
      <dgm:spPr/>
    </dgm:pt>
    <dgm:pt modelId="{88D306AD-E958-4F86-9886-2957974B8E95}" type="pres">
      <dgm:prSet presAssocID="{BC2F015E-714E-4E52-81EB-CDA7705C8DE3}" presName="node" presStyleLbl="node1" presStyleIdx="5" presStyleCnt="6">
        <dgm:presLayoutVars>
          <dgm:bulletEnabled val="1"/>
        </dgm:presLayoutVars>
      </dgm:prSet>
      <dgm:spPr/>
    </dgm:pt>
  </dgm:ptLst>
  <dgm:cxnLst>
    <dgm:cxn modelId="{1D9ACC09-0D78-4A80-B41C-FC94647F6DE1}" srcId="{2FF45309-97D5-4BEF-8265-17EB10B476AD}" destId="{C90E08D5-42E3-48B4-900B-9916212E2AAF}" srcOrd="0" destOrd="0" parTransId="{583CFE70-3FE8-4AD5-8E97-DDB9BDCF0531}" sibTransId="{21D7846D-A9CC-4440-8D39-4CA36125A62B}"/>
    <dgm:cxn modelId="{90DBB90A-4B54-42C6-B1C4-3B278B33AD00}" srcId="{743C8586-63C4-40B8-BB9B-6179CEE6AB00}" destId="{67025629-4094-4B67-BF7D-62078A453539}" srcOrd="0" destOrd="0" parTransId="{51A9713D-BCC3-434F-A908-7BDDDD6B2BF7}" sibTransId="{A013B311-D28C-495B-9A35-74C8ECFEC1CA}"/>
    <dgm:cxn modelId="{03D51712-592F-4C79-B337-79D5E00035A1}" type="presOf" srcId="{67025629-4094-4B67-BF7D-62078A453539}" destId="{814E8721-EC3E-4AE0-ABAB-193D3BD22CD6}" srcOrd="0" destOrd="1" presId="urn:microsoft.com/office/officeart/2005/8/layout/default"/>
    <dgm:cxn modelId="{6989F616-D63C-432F-9846-816A26EF4772}" srcId="{D74B9C9E-E93F-4850-A749-E5C9E21C3E14}" destId="{002C540E-D54C-41A3-AB36-44F8E1B0A314}" srcOrd="1" destOrd="0" parTransId="{EFF208F6-0448-40F7-9747-ACF0C9142181}" sibTransId="{C6FAC71A-B7A7-4433-B768-B131F1762926}"/>
    <dgm:cxn modelId="{FFB9FA18-BF1A-4D20-9CA5-81630C98EC9F}" srcId="{D74B9C9E-E93F-4850-A749-E5C9E21C3E14}" destId="{2FF45309-97D5-4BEF-8265-17EB10B476AD}" srcOrd="2" destOrd="0" parTransId="{260BE340-FEA1-4414-849C-46AA48DFEB69}" sibTransId="{D5BABEF9-1C0F-4DF5-96D5-0ABC4CCBCAB8}"/>
    <dgm:cxn modelId="{6401BF36-0FD6-4501-8C8F-4A5C5039E69C}" type="presOf" srcId="{743C8586-63C4-40B8-BB9B-6179CEE6AB00}" destId="{814E8721-EC3E-4AE0-ABAB-193D3BD22CD6}" srcOrd="0" destOrd="0" presId="urn:microsoft.com/office/officeart/2005/8/layout/default"/>
    <dgm:cxn modelId="{A3A54A69-8673-4826-B4A0-C5B1E3E59C11}" srcId="{002C540E-D54C-41A3-AB36-44F8E1B0A314}" destId="{39329871-F27D-49C6-BA6F-A8E1417309A3}" srcOrd="0" destOrd="0" parTransId="{AB2212B5-753F-4618-A58B-054806E3FFFB}" sibTransId="{A3340205-5F01-4387-9FD5-D3A6EE9C0EED}"/>
    <dgm:cxn modelId="{0432814B-7F11-48A7-9F24-1A75CFC403E2}" type="presOf" srcId="{A489C508-4E5B-4343-BBFB-21ADD609A4C1}" destId="{DA4C857C-B3D9-41D0-A7BE-94C34C2171A5}" srcOrd="0" destOrd="0" presId="urn:microsoft.com/office/officeart/2005/8/layout/default"/>
    <dgm:cxn modelId="{9F24296D-B5DD-47C2-988D-BE9114664A82}" type="presOf" srcId="{D74B9C9E-E93F-4850-A749-E5C9E21C3E14}" destId="{88C8EE46-CC37-41A6-AA75-4FDAE5E0B10D}" srcOrd="0" destOrd="0" presId="urn:microsoft.com/office/officeart/2005/8/layout/default"/>
    <dgm:cxn modelId="{D13C5457-6756-46E5-94B6-AC8465D2FDD5}" type="presOf" srcId="{C90E08D5-42E3-48B4-900B-9916212E2AAF}" destId="{7EEA075F-EACE-43DC-9939-F1253066F204}" srcOrd="0" destOrd="1" presId="urn:microsoft.com/office/officeart/2005/8/layout/default"/>
    <dgm:cxn modelId="{BF8B4580-68AD-4953-B32F-0C76F2024AF7}" type="presOf" srcId="{39329871-F27D-49C6-BA6F-A8E1417309A3}" destId="{DF071053-21E8-487A-B7CB-2E1A35992332}" srcOrd="0" destOrd="1" presId="urn:microsoft.com/office/officeart/2005/8/layout/default"/>
    <dgm:cxn modelId="{2A08B484-F706-4D1B-868A-1B82DCB4D584}" srcId="{D74B9C9E-E93F-4850-A749-E5C9E21C3E14}" destId="{BC2F015E-714E-4E52-81EB-CDA7705C8DE3}" srcOrd="5" destOrd="0" parTransId="{C0DCDBE1-F848-4CF9-B4CA-40A92BD4620E}" sibTransId="{E0693A99-A448-4077-92A1-72FFE902D590}"/>
    <dgm:cxn modelId="{06196185-9ADD-45C4-A47E-2F3398C39B2E}" srcId="{D74B9C9E-E93F-4850-A749-E5C9E21C3E14}" destId="{A489C508-4E5B-4343-BBFB-21ADD609A4C1}" srcOrd="0" destOrd="0" parTransId="{6A364ACD-2FF7-4DC2-9BE4-1567ED5C66C6}" sibTransId="{88B8C81A-2106-4DD9-A55A-4FE3458F245E}"/>
    <dgm:cxn modelId="{8E1042B3-4DDA-4AA1-B8DB-302FFD5E3574}" srcId="{D74B9C9E-E93F-4850-A749-E5C9E21C3E14}" destId="{9DF2F40F-48FE-47CA-8E42-09DBCD8FAB6A}" srcOrd="4" destOrd="0" parTransId="{969EC859-81AF-497A-90EC-461FC15507B4}" sibTransId="{377630A9-E2C7-4B25-B4A1-ED65880428B6}"/>
    <dgm:cxn modelId="{D588EAC4-A37E-471B-8F90-1D87F615D10E}" type="presOf" srcId="{002C540E-D54C-41A3-AB36-44F8E1B0A314}" destId="{DF071053-21E8-487A-B7CB-2E1A35992332}" srcOrd="0" destOrd="0" presId="urn:microsoft.com/office/officeart/2005/8/layout/default"/>
    <dgm:cxn modelId="{DBC0D5CD-DAF5-4F22-8E49-E794207CE675}" type="presOf" srcId="{2FF45309-97D5-4BEF-8265-17EB10B476AD}" destId="{7EEA075F-EACE-43DC-9939-F1253066F204}" srcOrd="0" destOrd="0" presId="urn:microsoft.com/office/officeart/2005/8/layout/default"/>
    <dgm:cxn modelId="{970E2CD2-210F-4BED-BD3E-5848EBD0DA10}" type="presOf" srcId="{9FA0E7FF-F086-4E19-9E49-5C3EE2AEF91F}" destId="{2DB93639-0353-48AC-AB5D-A10709B3FF08}" srcOrd="0" destOrd="1" presId="urn:microsoft.com/office/officeart/2005/8/layout/default"/>
    <dgm:cxn modelId="{6F8CBCE7-96FE-4778-96EE-16F14513412A}" type="presOf" srcId="{9DF2F40F-48FE-47CA-8E42-09DBCD8FAB6A}" destId="{2DB93639-0353-48AC-AB5D-A10709B3FF08}" srcOrd="0" destOrd="0" presId="urn:microsoft.com/office/officeart/2005/8/layout/default"/>
    <dgm:cxn modelId="{B7F8EDEE-B46D-4E81-B576-113434BE6927}" type="presOf" srcId="{BC2F015E-714E-4E52-81EB-CDA7705C8DE3}" destId="{88D306AD-E958-4F86-9886-2957974B8E95}" srcOrd="0" destOrd="0" presId="urn:microsoft.com/office/officeart/2005/8/layout/default"/>
    <dgm:cxn modelId="{DD98EBF3-98CB-491D-9C8A-721E96D1D982}" srcId="{D74B9C9E-E93F-4850-A749-E5C9E21C3E14}" destId="{743C8586-63C4-40B8-BB9B-6179CEE6AB00}" srcOrd="3" destOrd="0" parTransId="{53AD46A3-5BE0-40E3-A88D-B1E73DE160DC}" sibTransId="{7E6C3196-95B1-4DB7-98B9-EBC8E8B69BFF}"/>
    <dgm:cxn modelId="{B8420FFB-75C4-4616-8BD7-2B676EAA3AB6}" srcId="{9DF2F40F-48FE-47CA-8E42-09DBCD8FAB6A}" destId="{9FA0E7FF-F086-4E19-9E49-5C3EE2AEF91F}" srcOrd="0" destOrd="0" parTransId="{8C4F0D84-8EA4-4DBA-A98C-9A3F95BFA5D3}" sibTransId="{C86278C7-11B6-4ADE-A400-559DC57AF671}"/>
    <dgm:cxn modelId="{4F2734AA-E93A-4A12-8FB6-572146A321BB}" type="presParOf" srcId="{88C8EE46-CC37-41A6-AA75-4FDAE5E0B10D}" destId="{DA4C857C-B3D9-41D0-A7BE-94C34C2171A5}" srcOrd="0" destOrd="0" presId="urn:microsoft.com/office/officeart/2005/8/layout/default"/>
    <dgm:cxn modelId="{AFBDE638-901A-4042-B0A5-BB325651BADF}" type="presParOf" srcId="{88C8EE46-CC37-41A6-AA75-4FDAE5E0B10D}" destId="{A5D73579-B89A-4D09-BDF1-36533480E776}" srcOrd="1" destOrd="0" presId="urn:microsoft.com/office/officeart/2005/8/layout/default"/>
    <dgm:cxn modelId="{BCA8469C-014C-4AD8-B47A-7168B8665656}" type="presParOf" srcId="{88C8EE46-CC37-41A6-AA75-4FDAE5E0B10D}" destId="{DF071053-21E8-487A-B7CB-2E1A35992332}" srcOrd="2" destOrd="0" presId="urn:microsoft.com/office/officeart/2005/8/layout/default"/>
    <dgm:cxn modelId="{7D43221B-FEAB-4144-8EBF-82207FF64C7A}" type="presParOf" srcId="{88C8EE46-CC37-41A6-AA75-4FDAE5E0B10D}" destId="{8640A2B3-F455-4B54-A33B-510C6BFF892C}" srcOrd="3" destOrd="0" presId="urn:microsoft.com/office/officeart/2005/8/layout/default"/>
    <dgm:cxn modelId="{257CA947-EC2C-4895-9EAD-9AF6AB1C0247}" type="presParOf" srcId="{88C8EE46-CC37-41A6-AA75-4FDAE5E0B10D}" destId="{7EEA075F-EACE-43DC-9939-F1253066F204}" srcOrd="4" destOrd="0" presId="urn:microsoft.com/office/officeart/2005/8/layout/default"/>
    <dgm:cxn modelId="{8B7E66A8-39F1-4FFA-BE92-23423D5D3BA6}" type="presParOf" srcId="{88C8EE46-CC37-41A6-AA75-4FDAE5E0B10D}" destId="{AEDE98BF-1D54-44DB-BB33-55FDF15AA614}" srcOrd="5" destOrd="0" presId="urn:microsoft.com/office/officeart/2005/8/layout/default"/>
    <dgm:cxn modelId="{3514F30B-B5B4-4660-8980-97F034457646}" type="presParOf" srcId="{88C8EE46-CC37-41A6-AA75-4FDAE5E0B10D}" destId="{814E8721-EC3E-4AE0-ABAB-193D3BD22CD6}" srcOrd="6" destOrd="0" presId="urn:microsoft.com/office/officeart/2005/8/layout/default"/>
    <dgm:cxn modelId="{818D6CE6-0D25-46C9-9CB9-4731C14AD28B}" type="presParOf" srcId="{88C8EE46-CC37-41A6-AA75-4FDAE5E0B10D}" destId="{94CB4453-DE35-495B-A336-81B0CD1F0121}" srcOrd="7" destOrd="0" presId="urn:microsoft.com/office/officeart/2005/8/layout/default"/>
    <dgm:cxn modelId="{5F60D504-09AD-494D-A258-783681166D31}" type="presParOf" srcId="{88C8EE46-CC37-41A6-AA75-4FDAE5E0B10D}" destId="{2DB93639-0353-48AC-AB5D-A10709B3FF08}" srcOrd="8" destOrd="0" presId="urn:microsoft.com/office/officeart/2005/8/layout/default"/>
    <dgm:cxn modelId="{C240D1DA-7027-4E61-9FE5-BFC6911F3BC9}" type="presParOf" srcId="{88C8EE46-CC37-41A6-AA75-4FDAE5E0B10D}" destId="{92876EC7-4E7F-41A3-A65D-84290930D074}" srcOrd="9" destOrd="0" presId="urn:microsoft.com/office/officeart/2005/8/layout/default"/>
    <dgm:cxn modelId="{FDADEF6F-3DF3-4B39-8B92-0B01E209E70D}" type="presParOf" srcId="{88C8EE46-CC37-41A6-AA75-4FDAE5E0B10D}" destId="{88D306AD-E958-4F86-9886-2957974B8E95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2F1BB5-B080-498E-85F0-475E0F359DDD}" type="doc">
      <dgm:prSet loTypeId="urn:microsoft.com/office/officeart/2005/8/layout/vList2" loCatId="list" qsTypeId="urn:microsoft.com/office/officeart/2005/8/quickstyle/simple5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84CA5AA-48D7-4DFF-A801-7FA1F1CD1E79}">
      <dgm:prSet/>
      <dgm:spPr/>
      <dgm:t>
        <a:bodyPr/>
        <a:lstStyle/>
        <a:p>
          <a:r>
            <a:rPr lang="en-US" b="1"/>
            <a:t>ROI Calculation</a:t>
          </a:r>
          <a:endParaRPr lang="en-US"/>
        </a:p>
      </dgm:t>
    </dgm:pt>
    <dgm:pt modelId="{C238343F-FC88-4094-9F3B-96F3992F4F75}" type="parTrans" cxnId="{4FBD96E1-23B1-4ED8-8F30-2D5C4B54794A}">
      <dgm:prSet/>
      <dgm:spPr/>
      <dgm:t>
        <a:bodyPr/>
        <a:lstStyle/>
        <a:p>
          <a:endParaRPr lang="en-US"/>
        </a:p>
      </dgm:t>
    </dgm:pt>
    <dgm:pt modelId="{DDBF0685-2434-433E-B2C7-898979AC429A}" type="sibTrans" cxnId="{4FBD96E1-23B1-4ED8-8F30-2D5C4B54794A}">
      <dgm:prSet/>
      <dgm:spPr/>
      <dgm:t>
        <a:bodyPr/>
        <a:lstStyle/>
        <a:p>
          <a:endParaRPr lang="en-US"/>
        </a:p>
      </dgm:t>
    </dgm:pt>
    <dgm:pt modelId="{E6B54D83-02FD-4EE8-98B0-AC6971FBA3BB}">
      <dgm:prSet/>
      <dgm:spPr/>
      <dgm:t>
        <a:bodyPr/>
        <a:lstStyle/>
        <a:p>
          <a:r>
            <a:rPr lang="en-US" b="1"/>
            <a:t>Investment</a:t>
          </a:r>
          <a:r>
            <a:rPr lang="en-US"/>
            <a:t>: ~40 hours setup</a:t>
          </a:r>
        </a:p>
      </dgm:t>
    </dgm:pt>
    <dgm:pt modelId="{1D25EA50-68C3-4B66-A565-DC13C4DA5B4E}" type="parTrans" cxnId="{15B9417F-9B53-475D-9F36-21CB90FCA5D2}">
      <dgm:prSet/>
      <dgm:spPr/>
      <dgm:t>
        <a:bodyPr/>
        <a:lstStyle/>
        <a:p>
          <a:endParaRPr lang="en-US"/>
        </a:p>
      </dgm:t>
    </dgm:pt>
    <dgm:pt modelId="{FD1946E1-9838-403C-A4EC-980BA4AE4EAC}" type="sibTrans" cxnId="{15B9417F-9B53-475D-9F36-21CB90FCA5D2}">
      <dgm:prSet/>
      <dgm:spPr/>
      <dgm:t>
        <a:bodyPr/>
        <a:lstStyle/>
        <a:p>
          <a:endParaRPr lang="en-US"/>
        </a:p>
      </dgm:t>
    </dgm:pt>
    <dgm:pt modelId="{E0BFC091-FB61-499F-91DC-18F1F7AD7CC7}">
      <dgm:prSet/>
      <dgm:spPr/>
      <dgm:t>
        <a:bodyPr/>
        <a:lstStyle/>
        <a:p>
          <a:r>
            <a:rPr lang="en-US" b="1"/>
            <a:t>Savings</a:t>
          </a:r>
          <a:r>
            <a:rPr lang="en-US"/>
            <a:t>: 6 hrs/week × 52 weeks = </a:t>
          </a:r>
          <a:r>
            <a:rPr lang="en-US" b="1"/>
            <a:t>312 hrs/year</a:t>
          </a:r>
          <a:endParaRPr lang="en-US"/>
        </a:p>
      </dgm:t>
    </dgm:pt>
    <dgm:pt modelId="{6B2E387A-6156-4335-A50A-472EAC18FEB7}" type="parTrans" cxnId="{0FEAC03C-3EFE-40F3-83F0-C946AB6B2B4C}">
      <dgm:prSet/>
      <dgm:spPr/>
      <dgm:t>
        <a:bodyPr/>
        <a:lstStyle/>
        <a:p>
          <a:endParaRPr lang="en-US"/>
        </a:p>
      </dgm:t>
    </dgm:pt>
    <dgm:pt modelId="{D4E0CB3F-C5B6-4316-B8FC-9C8DEFA5013D}" type="sibTrans" cxnId="{0FEAC03C-3EFE-40F3-83F0-C946AB6B2B4C}">
      <dgm:prSet/>
      <dgm:spPr/>
      <dgm:t>
        <a:bodyPr/>
        <a:lstStyle/>
        <a:p>
          <a:endParaRPr lang="en-US"/>
        </a:p>
      </dgm:t>
    </dgm:pt>
    <dgm:pt modelId="{F45ECA5A-AAB6-4176-A231-8643501F327C}">
      <dgm:prSet/>
      <dgm:spPr/>
      <dgm:t>
        <a:bodyPr/>
        <a:lstStyle/>
        <a:p>
          <a:r>
            <a:rPr lang="en-US" b="1"/>
            <a:t>ROI</a:t>
          </a:r>
          <a:r>
            <a:rPr lang="en-US"/>
            <a:t>: </a:t>
          </a:r>
          <a:r>
            <a:rPr lang="en-US" b="1"/>
            <a:t>780%</a:t>
          </a:r>
          <a:r>
            <a:rPr lang="en-US"/>
            <a:t> in year one</a:t>
          </a:r>
        </a:p>
      </dgm:t>
    </dgm:pt>
    <dgm:pt modelId="{E1ED09BF-16A2-4002-AC72-5BC9AEA6C73B}" type="parTrans" cxnId="{36EA7419-C76E-45A3-9D13-5057F9678241}">
      <dgm:prSet/>
      <dgm:spPr/>
      <dgm:t>
        <a:bodyPr/>
        <a:lstStyle/>
        <a:p>
          <a:endParaRPr lang="en-US"/>
        </a:p>
      </dgm:t>
    </dgm:pt>
    <dgm:pt modelId="{80821366-A16C-4437-8B94-48A8006FDE5A}" type="sibTrans" cxnId="{36EA7419-C76E-45A3-9D13-5057F9678241}">
      <dgm:prSet/>
      <dgm:spPr/>
      <dgm:t>
        <a:bodyPr/>
        <a:lstStyle/>
        <a:p>
          <a:endParaRPr lang="en-US"/>
        </a:p>
      </dgm:t>
    </dgm:pt>
    <dgm:pt modelId="{8EBE60EE-C1B6-4092-95BA-671D37AB5482}">
      <dgm:prSet/>
      <dgm:spPr/>
      <dgm:t>
        <a:bodyPr/>
        <a:lstStyle/>
        <a:p>
          <a:r>
            <a:rPr lang="en-US" b="1"/>
            <a:t>Break-even</a:t>
          </a:r>
          <a:r>
            <a:rPr lang="en-US"/>
            <a:t>: Week 7</a:t>
          </a:r>
        </a:p>
      </dgm:t>
    </dgm:pt>
    <dgm:pt modelId="{6AA4BD47-D14E-49E8-879C-4207846238E1}" type="parTrans" cxnId="{6A7900A8-3C99-41F1-8977-6649554207AC}">
      <dgm:prSet/>
      <dgm:spPr/>
      <dgm:t>
        <a:bodyPr/>
        <a:lstStyle/>
        <a:p>
          <a:endParaRPr lang="en-US"/>
        </a:p>
      </dgm:t>
    </dgm:pt>
    <dgm:pt modelId="{D5B04434-6D85-4AD8-BD01-5C7FCF2BAD84}" type="sibTrans" cxnId="{6A7900A8-3C99-41F1-8977-6649554207AC}">
      <dgm:prSet/>
      <dgm:spPr/>
      <dgm:t>
        <a:bodyPr/>
        <a:lstStyle/>
        <a:p>
          <a:endParaRPr lang="en-US"/>
        </a:p>
      </dgm:t>
    </dgm:pt>
    <dgm:pt modelId="{A8B09357-7B8E-47A4-896E-27FD68066322}" type="pres">
      <dgm:prSet presAssocID="{932F1BB5-B080-498E-85F0-475E0F359DDD}" presName="linear" presStyleCnt="0">
        <dgm:presLayoutVars>
          <dgm:animLvl val="lvl"/>
          <dgm:resizeHandles val="exact"/>
        </dgm:presLayoutVars>
      </dgm:prSet>
      <dgm:spPr/>
    </dgm:pt>
    <dgm:pt modelId="{C6C1316C-E2ED-4281-86A6-3DE1AB3F662B}" type="pres">
      <dgm:prSet presAssocID="{C84CA5AA-48D7-4DFF-A801-7FA1F1CD1E79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A8352E1F-E080-40D9-AFE7-A6D3092B9A4B}" type="pres">
      <dgm:prSet presAssocID="{C84CA5AA-48D7-4DFF-A801-7FA1F1CD1E7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2A0E206-71BE-45D4-B0BD-F168BECEDF68}" type="presOf" srcId="{C84CA5AA-48D7-4DFF-A801-7FA1F1CD1E79}" destId="{C6C1316C-E2ED-4281-86A6-3DE1AB3F662B}" srcOrd="0" destOrd="0" presId="urn:microsoft.com/office/officeart/2005/8/layout/vList2"/>
    <dgm:cxn modelId="{36EA7419-C76E-45A3-9D13-5057F9678241}" srcId="{C84CA5AA-48D7-4DFF-A801-7FA1F1CD1E79}" destId="{F45ECA5A-AAB6-4176-A231-8643501F327C}" srcOrd="2" destOrd="0" parTransId="{E1ED09BF-16A2-4002-AC72-5BC9AEA6C73B}" sibTransId="{80821366-A16C-4437-8B94-48A8006FDE5A}"/>
    <dgm:cxn modelId="{61FB461E-505B-4F15-BED0-AB9D72DCF18C}" type="presOf" srcId="{F45ECA5A-AAB6-4176-A231-8643501F327C}" destId="{A8352E1F-E080-40D9-AFE7-A6D3092B9A4B}" srcOrd="0" destOrd="2" presId="urn:microsoft.com/office/officeart/2005/8/layout/vList2"/>
    <dgm:cxn modelId="{0FEAC03C-3EFE-40F3-83F0-C946AB6B2B4C}" srcId="{C84CA5AA-48D7-4DFF-A801-7FA1F1CD1E79}" destId="{E0BFC091-FB61-499F-91DC-18F1F7AD7CC7}" srcOrd="1" destOrd="0" parTransId="{6B2E387A-6156-4335-A50A-472EAC18FEB7}" sibTransId="{D4E0CB3F-C5B6-4316-B8FC-9C8DEFA5013D}"/>
    <dgm:cxn modelId="{8B8E3F65-D9A5-48D1-B842-070FF9E3B85A}" type="presOf" srcId="{E0BFC091-FB61-499F-91DC-18F1F7AD7CC7}" destId="{A8352E1F-E080-40D9-AFE7-A6D3092B9A4B}" srcOrd="0" destOrd="1" presId="urn:microsoft.com/office/officeart/2005/8/layout/vList2"/>
    <dgm:cxn modelId="{15B9417F-9B53-475D-9F36-21CB90FCA5D2}" srcId="{C84CA5AA-48D7-4DFF-A801-7FA1F1CD1E79}" destId="{E6B54D83-02FD-4EE8-98B0-AC6971FBA3BB}" srcOrd="0" destOrd="0" parTransId="{1D25EA50-68C3-4B66-A565-DC13C4DA5B4E}" sibTransId="{FD1946E1-9838-403C-A4EC-980BA4AE4EAC}"/>
    <dgm:cxn modelId="{6A7900A8-3C99-41F1-8977-6649554207AC}" srcId="{C84CA5AA-48D7-4DFF-A801-7FA1F1CD1E79}" destId="{8EBE60EE-C1B6-4092-95BA-671D37AB5482}" srcOrd="3" destOrd="0" parTransId="{6AA4BD47-D14E-49E8-879C-4207846238E1}" sibTransId="{D5B04434-6D85-4AD8-BD01-5C7FCF2BAD84}"/>
    <dgm:cxn modelId="{D8246DBD-523B-4DC1-899E-BD8D4DAB99F8}" type="presOf" srcId="{932F1BB5-B080-498E-85F0-475E0F359DDD}" destId="{A8B09357-7B8E-47A4-896E-27FD68066322}" srcOrd="0" destOrd="0" presId="urn:microsoft.com/office/officeart/2005/8/layout/vList2"/>
    <dgm:cxn modelId="{4FBD96E1-23B1-4ED8-8F30-2D5C4B54794A}" srcId="{932F1BB5-B080-498E-85F0-475E0F359DDD}" destId="{C84CA5AA-48D7-4DFF-A801-7FA1F1CD1E79}" srcOrd="0" destOrd="0" parTransId="{C238343F-FC88-4094-9F3B-96F3992F4F75}" sibTransId="{DDBF0685-2434-433E-B2C7-898979AC429A}"/>
    <dgm:cxn modelId="{6B913DEA-D23A-4076-B2C1-664754FF22D2}" type="presOf" srcId="{E6B54D83-02FD-4EE8-98B0-AC6971FBA3BB}" destId="{A8352E1F-E080-40D9-AFE7-A6D3092B9A4B}" srcOrd="0" destOrd="0" presId="urn:microsoft.com/office/officeart/2005/8/layout/vList2"/>
    <dgm:cxn modelId="{AC4543ED-A85D-4583-B246-ED47AF71FBDF}" type="presOf" srcId="{8EBE60EE-C1B6-4092-95BA-671D37AB5482}" destId="{A8352E1F-E080-40D9-AFE7-A6D3092B9A4B}" srcOrd="0" destOrd="3" presId="urn:microsoft.com/office/officeart/2005/8/layout/vList2"/>
    <dgm:cxn modelId="{BE181D8C-D2F1-4C3F-830A-FD37A1B4C96A}" type="presParOf" srcId="{A8B09357-7B8E-47A4-896E-27FD68066322}" destId="{C6C1316C-E2ED-4281-86A6-3DE1AB3F662B}" srcOrd="0" destOrd="0" presId="urn:microsoft.com/office/officeart/2005/8/layout/vList2"/>
    <dgm:cxn modelId="{B4831D0E-4300-49DA-9A61-B7A1F5659B7D}" type="presParOf" srcId="{A8B09357-7B8E-47A4-896E-27FD68066322}" destId="{A8352E1F-E080-40D9-AFE7-A6D3092B9A4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4C857C-B3D9-41D0-A7BE-94C34C2171A5}">
      <dsp:nvSpPr>
        <dsp:cNvPr id="0" name=""/>
        <dsp:cNvSpPr/>
      </dsp:nvSpPr>
      <dsp:spPr>
        <a:xfrm>
          <a:off x="230508" y="1159"/>
          <a:ext cx="2417141" cy="145028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Example: From Idea to Running Test in 2 Minutes</a:t>
          </a:r>
          <a:endParaRPr lang="en-US" sz="1000" kern="1200"/>
        </a:p>
      </dsp:txBody>
      <dsp:txXfrm>
        <a:off x="230508" y="1159"/>
        <a:ext cx="2417141" cy="1450284"/>
      </dsp:txXfrm>
    </dsp:sp>
    <dsp:sp modelId="{DF071053-21E8-487A-B7CB-2E1A35992332}">
      <dsp:nvSpPr>
        <dsp:cNvPr id="0" name=""/>
        <dsp:cNvSpPr/>
      </dsp:nvSpPr>
      <dsp:spPr>
        <a:xfrm>
          <a:off x="2889364" y="1159"/>
          <a:ext cx="2417141" cy="1450284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Step 1: Describe What You Want (30 seconds)</a:t>
          </a:r>
          <a:endParaRPr lang="en-US" sz="1000" kern="120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kern="1200"/>
            <a:t>const</a:t>
          </a:r>
          <a:r>
            <a:rPr lang="en-US" sz="800" kern="1200"/>
            <a:t> description = `</a:t>
          </a:r>
          <a:br>
            <a:rPr lang="en-US" sz="800" kern="1200"/>
          </a:br>
          <a:r>
            <a:rPr lang="en-US" sz="800" kern="1200"/>
            <a:t>  Login to the application,</a:t>
          </a:r>
          <a:br>
            <a:rPr lang="en-US" sz="800" kern="1200"/>
          </a:br>
          <a:r>
            <a:rPr lang="en-US" sz="800" kern="1200"/>
            <a:t>  add 3 products to cart,</a:t>
          </a:r>
          <a:br>
            <a:rPr lang="en-US" sz="800" kern="1200"/>
          </a:br>
          <a:r>
            <a:rPr lang="en-US" sz="800" kern="1200"/>
            <a:t>  complete checkout with valid payment</a:t>
          </a:r>
          <a:br>
            <a:rPr lang="en-US" sz="800" kern="1200"/>
          </a:br>
          <a:r>
            <a:rPr lang="en-US" sz="800" kern="1200"/>
            <a:t>`;</a:t>
          </a:r>
        </a:p>
      </dsp:txBody>
      <dsp:txXfrm>
        <a:off x="2889364" y="1159"/>
        <a:ext cx="2417141" cy="1450284"/>
      </dsp:txXfrm>
    </dsp:sp>
    <dsp:sp modelId="{7EEA075F-EACE-43DC-9939-F1253066F204}">
      <dsp:nvSpPr>
        <dsp:cNvPr id="0" name=""/>
        <dsp:cNvSpPr/>
      </dsp:nvSpPr>
      <dsp:spPr>
        <a:xfrm>
          <a:off x="5548220" y="1159"/>
          <a:ext cx="2417141" cy="1450284"/>
        </a:xfrm>
        <a:prstGeom prst="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Step 2: AI Creates Test Plan (30 seconds)</a:t>
          </a:r>
          <a:endParaRPr lang="en-US" sz="1000" kern="120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kern="1200"/>
            <a:t>const</a:t>
          </a:r>
          <a:r>
            <a:rPr lang="en-US" sz="800" kern="1200"/>
            <a:t> plan = </a:t>
          </a:r>
          <a:r>
            <a:rPr lang="en-US" sz="800" b="1" kern="1200"/>
            <a:t>await</a:t>
          </a:r>
          <a:r>
            <a:rPr lang="en-US" sz="800" kern="1200"/>
            <a:t> testAgents.planTest(description);</a:t>
          </a:r>
          <a:br>
            <a:rPr lang="en-US" sz="800" kern="1200"/>
          </a:br>
          <a:r>
            <a:rPr lang="en-US" sz="800" i="1" kern="1200"/>
            <a:t>// AI generates:</a:t>
          </a:r>
          <a:br>
            <a:rPr lang="en-US" sz="800" kern="1200"/>
          </a:br>
          <a:r>
            <a:rPr lang="en-US" sz="800" i="1" kern="1200"/>
            <a:t>// - 15 detailed test steps</a:t>
          </a:r>
          <a:br>
            <a:rPr lang="en-US" sz="800" kern="1200"/>
          </a:br>
          <a:r>
            <a:rPr lang="en-US" sz="800" i="1" kern="1200"/>
            <a:t>// - Expected outcomes</a:t>
          </a:r>
          <a:br>
            <a:rPr lang="en-US" sz="800" kern="1200"/>
          </a:br>
          <a:r>
            <a:rPr lang="en-US" sz="800" i="1" kern="1200"/>
            <a:t>// - Assertions</a:t>
          </a:r>
          <a:br>
            <a:rPr lang="en-US" sz="800" kern="1200"/>
          </a:br>
          <a:r>
            <a:rPr lang="en-US" sz="800" i="1" kern="1200"/>
            <a:t>// - Edge cases</a:t>
          </a:r>
          <a:br>
            <a:rPr lang="en-US" sz="800" kern="1200"/>
          </a:br>
          <a:r>
            <a:rPr lang="en-US" sz="800" i="1" kern="1200"/>
            <a:t>// - Estimated runtime</a:t>
          </a:r>
          <a:endParaRPr lang="en-US" sz="800" kern="1200"/>
        </a:p>
      </dsp:txBody>
      <dsp:txXfrm>
        <a:off x="5548220" y="1159"/>
        <a:ext cx="2417141" cy="1450284"/>
      </dsp:txXfrm>
    </dsp:sp>
    <dsp:sp modelId="{814E8721-EC3E-4AE0-ABAB-193D3BD22CD6}">
      <dsp:nvSpPr>
        <dsp:cNvPr id="0" name=""/>
        <dsp:cNvSpPr/>
      </dsp:nvSpPr>
      <dsp:spPr>
        <a:xfrm>
          <a:off x="230508" y="1693159"/>
          <a:ext cx="2417141" cy="1450284"/>
        </a:xfrm>
        <a:prstGeom prst="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Step 3: AI Generates Code (30 seconds)</a:t>
          </a:r>
          <a:endParaRPr lang="en-US" sz="1000" kern="120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kern="1200"/>
            <a:t>const</a:t>
          </a:r>
          <a:r>
            <a:rPr lang="en-US" sz="800" kern="1200"/>
            <a:t> generatedTest = </a:t>
          </a:r>
          <a:r>
            <a:rPr lang="en-US" sz="800" b="1" kern="1200"/>
            <a:t>await</a:t>
          </a:r>
          <a:r>
            <a:rPr lang="en-US" sz="800" kern="1200"/>
            <a:t> testAgents.generateTest(plan);</a:t>
          </a:r>
          <a:br>
            <a:rPr lang="en-US" sz="800" kern="1200"/>
          </a:br>
          <a:r>
            <a:rPr lang="en-US" sz="800" i="1" kern="1200"/>
            <a:t>// Production-ready code with:</a:t>
          </a:r>
          <a:br>
            <a:rPr lang="en-US" sz="800" kern="1200"/>
          </a:br>
          <a:r>
            <a:rPr lang="en-US" sz="800" i="1" kern="1200"/>
            <a:t>// - Proper structure</a:t>
          </a:r>
          <a:br>
            <a:rPr lang="en-US" sz="800" kern="1200"/>
          </a:br>
          <a:r>
            <a:rPr lang="en-US" sz="800" i="1" kern="1200"/>
            <a:t>// - Error handling</a:t>
          </a:r>
          <a:br>
            <a:rPr lang="en-US" sz="800" kern="1200"/>
          </a:br>
          <a:r>
            <a:rPr lang="en-US" sz="800" i="1" kern="1200"/>
            <a:t>// - Comments</a:t>
          </a:r>
          <a:br>
            <a:rPr lang="en-US" sz="800" kern="1200"/>
          </a:br>
          <a:r>
            <a:rPr lang="en-US" sz="800" i="1" kern="1200"/>
            <a:t>// - Best practices</a:t>
          </a:r>
          <a:endParaRPr lang="en-US" sz="800" kern="1200"/>
        </a:p>
      </dsp:txBody>
      <dsp:txXfrm>
        <a:off x="230508" y="1693159"/>
        <a:ext cx="2417141" cy="1450284"/>
      </dsp:txXfrm>
    </dsp:sp>
    <dsp:sp modelId="{2DB93639-0353-48AC-AB5D-A10709B3FF08}">
      <dsp:nvSpPr>
        <dsp:cNvPr id="0" name=""/>
        <dsp:cNvSpPr/>
      </dsp:nvSpPr>
      <dsp:spPr>
        <a:xfrm>
          <a:off x="2889364" y="1693159"/>
          <a:ext cx="2417141" cy="1450284"/>
        </a:xfrm>
        <a:prstGeom prst="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Step 4: Execute &amp; Auto-Heal (30 seconds)</a:t>
          </a:r>
          <a:endParaRPr lang="en-US" sz="1000" kern="120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i="1" kern="1200"/>
            <a:t>// Run the test</a:t>
          </a:r>
          <a:br>
            <a:rPr lang="en-US" sz="800" kern="1200"/>
          </a:br>
          <a:r>
            <a:rPr lang="en-US" sz="800" b="1" kern="1200"/>
            <a:t>await</a:t>
          </a:r>
          <a:r>
            <a:rPr lang="en-US" sz="800" kern="1200"/>
            <a:t> runTest(generatedTest);</a:t>
          </a:r>
          <a:br>
            <a:rPr lang="en-US" sz="800" kern="1200"/>
          </a:br>
          <a:br>
            <a:rPr lang="en-US" sz="800" kern="1200"/>
          </a:br>
          <a:r>
            <a:rPr lang="en-US" sz="800" i="1" kern="1200"/>
            <a:t>// If it fails, AI heals it</a:t>
          </a:r>
          <a:br>
            <a:rPr lang="en-US" sz="800" kern="1200"/>
          </a:br>
          <a:r>
            <a:rPr lang="en-US" sz="800" b="1" kern="1200"/>
            <a:t>if</a:t>
          </a:r>
          <a:r>
            <a:rPr lang="en-US" sz="800" kern="1200"/>
            <a:t> (testFailed) {</a:t>
          </a:r>
          <a:br>
            <a:rPr lang="en-US" sz="800" kern="1200"/>
          </a:br>
          <a:r>
            <a:rPr lang="en-US" sz="800" kern="1200"/>
            <a:t>  </a:t>
          </a:r>
          <a:r>
            <a:rPr lang="en-US" sz="800" b="1" kern="1200"/>
            <a:t>const</a:t>
          </a:r>
          <a:r>
            <a:rPr lang="en-US" sz="800" kern="1200"/>
            <a:t> fixes = </a:t>
          </a:r>
          <a:r>
            <a:rPr lang="en-US" sz="800" b="1" kern="1200"/>
            <a:t>await</a:t>
          </a:r>
          <a:r>
            <a:rPr lang="en-US" sz="800" kern="1200"/>
            <a:t> testAgents.healTest(failure);</a:t>
          </a:r>
          <a:br>
            <a:rPr lang="en-US" sz="800" kern="1200"/>
          </a:br>
          <a:r>
            <a:rPr lang="en-US" sz="800" kern="1200"/>
            <a:t>  </a:t>
          </a:r>
          <a:r>
            <a:rPr lang="en-US" sz="800" b="1" kern="1200"/>
            <a:t>await</a:t>
          </a:r>
          <a:r>
            <a:rPr lang="en-US" sz="800" kern="1200"/>
            <a:t> applyFixes(fixes); </a:t>
          </a:r>
          <a:r>
            <a:rPr lang="en-US" sz="800" i="1" kern="1200"/>
            <a:t>// Auto-fix</a:t>
          </a:r>
          <a:br>
            <a:rPr lang="en-US" sz="800" kern="1200"/>
          </a:br>
          <a:r>
            <a:rPr lang="en-US" sz="800" kern="1200"/>
            <a:t>}</a:t>
          </a:r>
        </a:p>
      </dsp:txBody>
      <dsp:txXfrm>
        <a:off x="2889364" y="1693159"/>
        <a:ext cx="2417141" cy="1450284"/>
      </dsp:txXfrm>
    </dsp:sp>
    <dsp:sp modelId="{88D306AD-E958-4F86-9886-2957974B8E95}">
      <dsp:nvSpPr>
        <dsp:cNvPr id="0" name=""/>
        <dsp:cNvSpPr/>
      </dsp:nvSpPr>
      <dsp:spPr>
        <a:xfrm>
          <a:off x="5548220" y="1693159"/>
          <a:ext cx="2417141" cy="1450284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Total time: 2 minutes vs. 2 hours manually!</a:t>
          </a:r>
          <a:endParaRPr lang="en-US" sz="1000" kern="1200"/>
        </a:p>
      </dsp:txBody>
      <dsp:txXfrm>
        <a:off x="5548220" y="1693159"/>
        <a:ext cx="2417141" cy="14502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C1316C-E2ED-4281-86A6-3DE1AB3F662B}">
      <dsp:nvSpPr>
        <dsp:cNvPr id="0" name=""/>
        <dsp:cNvSpPr/>
      </dsp:nvSpPr>
      <dsp:spPr>
        <a:xfrm>
          <a:off x="0" y="17393"/>
          <a:ext cx="3986392" cy="69556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ROI Calculation</a:t>
          </a:r>
          <a:endParaRPr lang="en-US" sz="2900" kern="1200"/>
        </a:p>
      </dsp:txBody>
      <dsp:txXfrm>
        <a:off x="33955" y="51348"/>
        <a:ext cx="3918482" cy="627655"/>
      </dsp:txXfrm>
    </dsp:sp>
    <dsp:sp modelId="{A8352E1F-E080-40D9-AFE7-A6D3092B9A4B}">
      <dsp:nvSpPr>
        <dsp:cNvPr id="0" name=""/>
        <dsp:cNvSpPr/>
      </dsp:nvSpPr>
      <dsp:spPr>
        <a:xfrm>
          <a:off x="0" y="712958"/>
          <a:ext cx="3986392" cy="1920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568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1" kern="1200"/>
            <a:t>Investment</a:t>
          </a:r>
          <a:r>
            <a:rPr lang="en-US" sz="2300" kern="1200"/>
            <a:t>: ~40 hours setup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1" kern="1200"/>
            <a:t>Savings</a:t>
          </a:r>
          <a:r>
            <a:rPr lang="en-US" sz="2300" kern="1200"/>
            <a:t>: 6 hrs/week × 52 weeks = </a:t>
          </a:r>
          <a:r>
            <a:rPr lang="en-US" sz="2300" b="1" kern="1200"/>
            <a:t>312 hrs/year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1" kern="1200"/>
            <a:t>ROI</a:t>
          </a:r>
          <a:r>
            <a:rPr lang="en-US" sz="2300" kern="1200"/>
            <a:t>: </a:t>
          </a:r>
          <a:r>
            <a:rPr lang="en-US" sz="2300" b="1" kern="1200"/>
            <a:t>780%</a:t>
          </a:r>
          <a:r>
            <a:rPr lang="en-US" sz="2300" kern="1200"/>
            <a:t> in year one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1" kern="1200"/>
            <a:t>Break-even</a:t>
          </a:r>
          <a:r>
            <a:rPr lang="en-US" sz="2300" kern="1200"/>
            <a:t>: Week 7</a:t>
          </a:r>
        </a:p>
      </dsp:txBody>
      <dsp:txXfrm>
        <a:off x="0" y="712958"/>
        <a:ext cx="3986392" cy="19209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🚀 AI-Powered Test Automation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algn="l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Next-Generation Intelligent Testing with Playwright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011" y="3653118"/>
            <a:ext cx="7504463" cy="10936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Transforming Test Automation with Artificial Intelligence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20903"/>
            <a:ext cx="7421963" cy="77525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3000">
                <a:solidFill>
                  <a:srgbClr val="FFFFFF"/>
                </a:solidFill>
              </a:rPr>
              <a:t>📊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1738647"/>
            <a:ext cx="7293023" cy="2762519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500" b="1"/>
              <a:t>The Challenge</a:t>
            </a:r>
          </a:p>
          <a:p>
            <a:pPr lvl="0">
              <a:lnSpc>
                <a:spcPct val="90000"/>
              </a:lnSpc>
            </a:pPr>
            <a:r>
              <a:rPr lang="en-US" sz="1500"/>
              <a:t>Traditional test automation is </a:t>
            </a:r>
            <a:r>
              <a:rPr lang="en-US" sz="1500" b="1"/>
              <a:t>fragile</a:t>
            </a:r>
            <a:r>
              <a:rPr lang="en-US" sz="1500"/>
              <a:t> and </a:t>
            </a:r>
            <a:r>
              <a:rPr lang="en-US" sz="1500" b="1"/>
              <a:t>expensive to maintain</a:t>
            </a:r>
          </a:p>
          <a:p>
            <a:pPr lvl="0">
              <a:lnSpc>
                <a:spcPct val="90000"/>
              </a:lnSpc>
            </a:pPr>
            <a:r>
              <a:rPr lang="en-US" sz="1500"/>
              <a:t>Tests break when UI changes (60-70% maintenance overhead)</a:t>
            </a:r>
          </a:p>
          <a:p>
            <a:pPr lvl="0">
              <a:lnSpc>
                <a:spcPct val="90000"/>
              </a:lnSpc>
            </a:pPr>
            <a:r>
              <a:rPr lang="en-US" sz="1500"/>
              <a:t>Manual test creation takes hours</a:t>
            </a:r>
          </a:p>
          <a:p>
            <a:pPr lvl="0">
              <a:lnSpc>
                <a:spcPct val="90000"/>
              </a:lnSpc>
            </a:pPr>
            <a:r>
              <a:rPr lang="en-US" sz="1500"/>
              <a:t>No intelligence in test execution or debugging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500" b="1"/>
              <a:t>Our Solution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500" b="1"/>
              <a:t>AI-Assisted Playwright Framework</a:t>
            </a:r>
            <a:r>
              <a:rPr lang="en-US" sz="1500"/>
              <a:t> - The world’s first truly intelligent test automation platform that: - ✅ Writes tests in </a:t>
            </a:r>
            <a:r>
              <a:rPr lang="en-US" sz="1500" b="1"/>
              <a:t>plain English</a:t>
            </a:r>
            <a:r>
              <a:rPr lang="en-US" sz="1500"/>
              <a:t> - ✅ </a:t>
            </a:r>
            <a:r>
              <a:rPr lang="en-US" sz="1500" b="1"/>
              <a:t>Self-heals</a:t>
            </a:r>
            <a:r>
              <a:rPr lang="en-US" sz="1500"/>
              <a:t> when UI changes - ✅ </a:t>
            </a:r>
            <a:r>
              <a:rPr lang="en-US" sz="1500" b="1"/>
              <a:t>Auto-generates</a:t>
            </a:r>
            <a:r>
              <a:rPr lang="en-US" sz="1500"/>
              <a:t> test code from descriptions - ✅ </a:t>
            </a:r>
            <a:r>
              <a:rPr lang="en-US" sz="1500" b="1"/>
              <a:t>100% FREE</a:t>
            </a:r>
            <a:r>
              <a:rPr lang="en-US" sz="1500"/>
              <a:t> AI option (local LLM) - ✅ Reduces maintenance by </a:t>
            </a:r>
            <a:r>
              <a:rPr lang="en-US" sz="1500" b="1"/>
              <a:t>70%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440141"/>
            <a:ext cx="317257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🎯 What Makes This Revolutionary?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487110"/>
            <a:ext cx="3646835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100" b="1"/>
              <a:t>1. Three AI-Powered Agents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100" b="1"/>
              <a:t>🎭 Planner Agent</a:t>
            </a:r>
          </a:p>
          <a:p>
            <a:pPr lvl="0">
              <a:lnSpc>
                <a:spcPct val="90000"/>
              </a:lnSpc>
            </a:pPr>
            <a:r>
              <a:rPr lang="en-US" sz="1100"/>
              <a:t>Creates detailed test plans from natural language</a:t>
            </a:r>
          </a:p>
          <a:p>
            <a:pPr lvl="0">
              <a:lnSpc>
                <a:spcPct val="90000"/>
              </a:lnSpc>
            </a:pPr>
            <a:r>
              <a:rPr lang="en-US" sz="1100"/>
              <a:t>Generates test strategies automatically</a:t>
            </a:r>
          </a:p>
          <a:p>
            <a:pPr lvl="0">
              <a:lnSpc>
                <a:spcPct val="90000"/>
              </a:lnSpc>
            </a:pPr>
            <a:r>
              <a:rPr lang="en-US" sz="1100"/>
              <a:t>Includes setup, teardown, and edge cases</a:t>
            </a:r>
          </a:p>
          <a:p>
            <a:pPr lvl="0">
              <a:lnSpc>
                <a:spcPct val="90000"/>
              </a:lnSpc>
            </a:pPr>
            <a:r>
              <a:rPr lang="en-US" sz="1100" b="1"/>
              <a:t>Result</a:t>
            </a:r>
            <a:r>
              <a:rPr lang="en-US" sz="1100"/>
              <a:t>: 80% faster test planning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100" b="1"/>
              <a:t>💻 Generator Agent</a:t>
            </a:r>
          </a:p>
          <a:p>
            <a:pPr lvl="0">
              <a:lnSpc>
                <a:spcPct val="90000"/>
              </a:lnSpc>
            </a:pPr>
            <a:r>
              <a:rPr lang="en-US" sz="1100"/>
              <a:t>Converts plans to executable code instantly</a:t>
            </a:r>
          </a:p>
          <a:p>
            <a:pPr lvl="0">
              <a:lnSpc>
                <a:spcPct val="90000"/>
              </a:lnSpc>
            </a:pPr>
            <a:r>
              <a:rPr lang="en-US" sz="1100"/>
              <a:t>Production-ready, well-commented code</a:t>
            </a:r>
          </a:p>
          <a:p>
            <a:pPr lvl="0">
              <a:lnSpc>
                <a:spcPct val="90000"/>
              </a:lnSpc>
            </a:pPr>
            <a:r>
              <a:rPr lang="en-US" sz="1100"/>
              <a:t>Supports JavaScript &amp; TypeScript</a:t>
            </a:r>
          </a:p>
          <a:p>
            <a:pPr lvl="0">
              <a:lnSpc>
                <a:spcPct val="90000"/>
              </a:lnSpc>
            </a:pPr>
            <a:r>
              <a:rPr lang="en-US" sz="1100" b="1"/>
              <a:t>Result</a:t>
            </a:r>
            <a:r>
              <a:rPr lang="en-US" sz="1100"/>
              <a:t>: 75% faster test creation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100" b="1"/>
              <a:t>🏥 Healer Agent</a:t>
            </a:r>
          </a:p>
          <a:p>
            <a:pPr lvl="0">
              <a:lnSpc>
                <a:spcPct val="90000"/>
              </a:lnSpc>
            </a:pPr>
            <a:r>
              <a:rPr lang="en-US" sz="1100"/>
              <a:t>Analyzes test failures with AI</a:t>
            </a:r>
          </a:p>
          <a:p>
            <a:pPr lvl="0">
              <a:lnSpc>
                <a:spcPct val="90000"/>
              </a:lnSpc>
            </a:pPr>
            <a:r>
              <a:rPr lang="en-US" sz="1100"/>
              <a:t>Suggests fixes automatically</a:t>
            </a:r>
          </a:p>
          <a:p>
            <a:pPr lvl="0">
              <a:lnSpc>
                <a:spcPct val="90000"/>
              </a:lnSpc>
            </a:pPr>
            <a:r>
              <a:rPr lang="en-US" sz="1100"/>
              <a:t>Can auto-apply healing strategies</a:t>
            </a:r>
          </a:p>
          <a:p>
            <a:pPr lvl="0">
              <a:lnSpc>
                <a:spcPct val="90000"/>
              </a:lnSpc>
            </a:pPr>
            <a:r>
              <a:rPr lang="en-US" sz="1100" b="1"/>
              <a:t>Result</a:t>
            </a:r>
            <a:r>
              <a:rPr lang="en-US" sz="1100"/>
              <a:t>: 90% reduction in debugging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20903"/>
            <a:ext cx="7421963" cy="77525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3000">
                <a:solidFill>
                  <a:srgbClr val="FFFFFF"/>
                </a:solidFill>
              </a:rPr>
              <a:t>💡 Core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1738647"/>
            <a:ext cx="7293023" cy="2762519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400" b="1"/>
              <a:t>Natural Language Test Writing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b="1"/>
              <a:t>Before (Traditional Approach)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400" i="1">
                <a:latin typeface="Courier"/>
              </a:rPr>
              <a:t>// Hard-coded, brittle selectors</a:t>
            </a:r>
            <a:br>
              <a:rPr lang="en-US" sz="1400"/>
            </a:br>
            <a:r>
              <a:rPr lang="en-US" sz="1400" b="1">
                <a:latin typeface="Courier"/>
              </a:rPr>
              <a:t>await</a:t>
            </a:r>
            <a:r>
              <a:rPr lang="en-US" sz="1400">
                <a:latin typeface="Courier"/>
              </a:rPr>
              <a:t> page.click('#app &gt; div.container &gt; div:nth-child(2) &gt; button[data-testid="submit-btn-v2-final"]');</a:t>
            </a:r>
            <a:br>
              <a:rPr lang="en-US" sz="1400"/>
            </a:br>
            <a:r>
              <a:rPr lang="en-US" sz="1400" b="1">
                <a:latin typeface="Courier"/>
              </a:rPr>
              <a:t>await</a:t>
            </a:r>
            <a:r>
              <a:rPr lang="en-US" sz="1400">
                <a:latin typeface="Courier"/>
              </a:rPr>
              <a:t> page.fill('input[type="email"][aria-label="Email Address"][name="user_email"]', 'test@example.com');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b="1"/>
              <a:t>After (AI Framework)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400" i="1">
                <a:latin typeface="Courier"/>
              </a:rPr>
              <a:t>// Simple, readable, maintainable</a:t>
            </a:r>
            <a:br>
              <a:rPr lang="en-US" sz="1400"/>
            </a:br>
            <a:r>
              <a:rPr lang="en-US" sz="1400" b="1">
                <a:latin typeface="Courier"/>
              </a:rPr>
              <a:t>await</a:t>
            </a:r>
            <a:r>
              <a:rPr lang="en-US" sz="1400">
                <a:latin typeface="Courier"/>
              </a:rPr>
              <a:t> aiPage.clickElement('submit button');</a:t>
            </a:r>
            <a:br>
              <a:rPr lang="en-US" sz="1400"/>
            </a:br>
            <a:r>
              <a:rPr lang="en-US" sz="1400" b="1">
                <a:latin typeface="Courier"/>
              </a:rPr>
              <a:t>await</a:t>
            </a:r>
            <a:r>
              <a:rPr lang="en-US" sz="1400">
                <a:latin typeface="Courier"/>
              </a:rPr>
              <a:t> aiPage.fillField('email', 'test@example.com');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b="1"/>
              <a:t>70% less code, 10x more readable!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440141"/>
            <a:ext cx="317257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🤖 AI-Powered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487110"/>
            <a:ext cx="3646835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700" b="1"/>
              <a:t>1. Intelligent Element Detection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700" i="1">
                <a:latin typeface="Courier"/>
              </a:rPr>
              <a:t>// AI finds elements using multiple strategies:</a:t>
            </a:r>
            <a:br>
              <a:rPr lang="en-US" sz="700"/>
            </a:br>
            <a:r>
              <a:rPr lang="en-US" sz="700" i="1">
                <a:latin typeface="Courier"/>
              </a:rPr>
              <a:t>// ✓ Text content matching</a:t>
            </a:r>
            <a:br>
              <a:rPr lang="en-US" sz="700"/>
            </a:br>
            <a:r>
              <a:rPr lang="en-US" sz="700" i="1">
                <a:latin typeface="Courier"/>
              </a:rPr>
              <a:t>// ✓ Semantic role analysis  </a:t>
            </a:r>
            <a:br>
              <a:rPr lang="en-US" sz="700"/>
            </a:br>
            <a:r>
              <a:rPr lang="en-US" sz="700" i="1">
                <a:latin typeface="Courier"/>
              </a:rPr>
              <a:t>// ✓ Label association</a:t>
            </a:r>
            <a:br>
              <a:rPr lang="en-US" sz="700"/>
            </a:br>
            <a:r>
              <a:rPr lang="en-US" sz="700" i="1">
                <a:latin typeface="Courier"/>
              </a:rPr>
              <a:t>// ✓ AI-powered selector generation</a:t>
            </a:r>
            <a:br>
              <a:rPr lang="en-US" sz="700"/>
            </a:br>
            <a:r>
              <a:rPr lang="en-US" sz="700" i="1">
                <a:latin typeface="Courier"/>
              </a:rPr>
              <a:t>// ✓ Cached selector optimization</a:t>
            </a:r>
            <a:br>
              <a:rPr lang="en-US" sz="700"/>
            </a:br>
            <a:br>
              <a:rPr lang="en-US" sz="700"/>
            </a:br>
            <a:r>
              <a:rPr lang="en-US" sz="700" b="1">
                <a:latin typeface="Courier"/>
              </a:rPr>
              <a:t>await</a:t>
            </a:r>
            <a:r>
              <a:rPr lang="en-US" sz="700">
                <a:latin typeface="Courier"/>
              </a:rPr>
              <a:t> aiPage.clickElement('login button');</a:t>
            </a:r>
            <a:br>
              <a:rPr lang="en-US" sz="700"/>
            </a:br>
            <a:r>
              <a:rPr lang="en-US" sz="700" i="1">
                <a:latin typeface="Courier"/>
              </a:rPr>
              <a:t>// AI automatically finds:</a:t>
            </a:r>
            <a:br>
              <a:rPr lang="en-US" sz="700"/>
            </a:br>
            <a:r>
              <a:rPr lang="en-US" sz="700" i="1">
                <a:latin typeface="Courier"/>
              </a:rPr>
              <a:t>// button:has-text("Login")</a:t>
            </a:r>
            <a:br>
              <a:rPr lang="en-US" sz="700"/>
            </a:br>
            <a:r>
              <a:rPr lang="en-US" sz="700" i="1">
                <a:latin typeface="Courier"/>
              </a:rPr>
              <a:t>// button[type="submit"]</a:t>
            </a:r>
            <a:br>
              <a:rPr lang="en-US" sz="700"/>
            </a:br>
            <a:r>
              <a:rPr lang="en-US" sz="700" i="1">
                <a:latin typeface="Courier"/>
              </a:rPr>
              <a:t>// Or generates: div.auth-form &gt; button.primary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700" b="1"/>
              <a:t>2. Self-Healing Tests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700" i="1">
                <a:latin typeface="Courier"/>
              </a:rPr>
              <a:t>// Selector changed? No problem!</a:t>
            </a:r>
            <a:br>
              <a:rPr lang="en-US" sz="700"/>
            </a:br>
            <a:r>
              <a:rPr lang="en-US" sz="700">
                <a:latin typeface="Courier"/>
              </a:rPr>
              <a:t>test('Resilient login test', </a:t>
            </a:r>
            <a:r>
              <a:rPr lang="en-US" sz="700" b="1">
                <a:latin typeface="Courier"/>
              </a:rPr>
              <a:t>async</a:t>
            </a:r>
            <a:r>
              <a:rPr lang="en-US" sz="700">
                <a:latin typeface="Courier"/>
              </a:rPr>
              <a:t> ({ aiPage }) </a:t>
            </a:r>
            <a:r>
              <a:rPr lang="en-US" sz="700" b="1">
                <a:latin typeface="Courier"/>
              </a:rPr>
              <a:t>=&gt;</a:t>
            </a:r>
            <a:r>
              <a:rPr lang="en-US" sz="700">
                <a:latin typeface="Courier"/>
              </a:rPr>
              <a:t> {</a:t>
            </a:r>
            <a:br>
              <a:rPr lang="en-US" sz="700"/>
            </a:br>
            <a:r>
              <a:rPr lang="en-US" sz="700">
                <a:latin typeface="Courier"/>
              </a:rPr>
              <a:t>  </a:t>
            </a:r>
            <a:r>
              <a:rPr lang="en-US" sz="700" i="1">
                <a:latin typeface="Courier"/>
              </a:rPr>
              <a:t>// Even if selectors change, test continues</a:t>
            </a:r>
            <a:br>
              <a:rPr lang="en-US" sz="700"/>
            </a:br>
            <a:r>
              <a:rPr lang="en-US" sz="700">
                <a:latin typeface="Courier"/>
              </a:rPr>
              <a:t>  </a:t>
            </a:r>
            <a:r>
              <a:rPr lang="en-US" sz="700" b="1">
                <a:latin typeface="Courier"/>
              </a:rPr>
              <a:t>await</a:t>
            </a:r>
            <a:r>
              <a:rPr lang="en-US" sz="700">
                <a:latin typeface="Courier"/>
              </a:rPr>
              <a:t> aiPage.fillField('email', 'user@test.com');</a:t>
            </a:r>
            <a:br>
              <a:rPr lang="en-US" sz="700"/>
            </a:br>
            <a:r>
              <a:rPr lang="en-US" sz="700">
                <a:latin typeface="Courier"/>
              </a:rPr>
              <a:t>  </a:t>
            </a:r>
            <a:r>
              <a:rPr lang="en-US" sz="700" b="1">
                <a:latin typeface="Courier"/>
              </a:rPr>
              <a:t>await</a:t>
            </a:r>
            <a:r>
              <a:rPr lang="en-US" sz="700">
                <a:latin typeface="Courier"/>
              </a:rPr>
              <a:t> aiPage.fillField('password', 'secure123');</a:t>
            </a:r>
            <a:br>
              <a:rPr lang="en-US" sz="700"/>
            </a:br>
            <a:r>
              <a:rPr lang="en-US" sz="700">
                <a:latin typeface="Courier"/>
              </a:rPr>
              <a:t>  </a:t>
            </a:r>
            <a:r>
              <a:rPr lang="en-US" sz="700" b="1">
                <a:latin typeface="Courier"/>
              </a:rPr>
              <a:t>await</a:t>
            </a:r>
            <a:r>
              <a:rPr lang="en-US" sz="700">
                <a:latin typeface="Courier"/>
              </a:rPr>
              <a:t> aiPage.clickElement('login');</a:t>
            </a:r>
            <a:br>
              <a:rPr lang="en-US" sz="700"/>
            </a:br>
            <a:r>
              <a:rPr lang="en-US" sz="700">
                <a:latin typeface="Courier"/>
              </a:rPr>
              <a:t>  </a:t>
            </a:r>
            <a:br>
              <a:rPr lang="en-US" sz="700"/>
            </a:br>
            <a:r>
              <a:rPr lang="en-US" sz="700">
                <a:latin typeface="Courier"/>
              </a:rPr>
              <a:t>  </a:t>
            </a:r>
            <a:r>
              <a:rPr lang="en-US" sz="700" i="1">
                <a:latin typeface="Courier"/>
              </a:rPr>
              <a:t>// Framework auto-heals and continues</a:t>
            </a:r>
            <a:br>
              <a:rPr lang="en-US" sz="700"/>
            </a:br>
            <a:r>
              <a:rPr lang="en-US" sz="700">
                <a:latin typeface="Courier"/>
              </a:rPr>
              <a:t>  </a:t>
            </a:r>
            <a:r>
              <a:rPr lang="en-US" sz="700" i="1">
                <a:latin typeface="Courier"/>
              </a:rPr>
              <a:t>// Healing events logged for review</a:t>
            </a:r>
            <a:br>
              <a:rPr lang="en-US" sz="700"/>
            </a:br>
            <a:r>
              <a:rPr lang="en-US" sz="700">
                <a:latin typeface="Courier"/>
              </a:rPr>
              <a:t>});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700" b="1"/>
              <a:t>3. Visual AI Validation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700" i="1">
                <a:latin typeface="Courier"/>
              </a:rPr>
              <a:t>// AI analyzes screenshots for visual testing</a:t>
            </a:r>
            <a:br>
              <a:rPr lang="en-US" sz="700"/>
            </a:br>
            <a:r>
              <a:rPr lang="en-US" sz="700" b="1">
                <a:latin typeface="Courier"/>
              </a:rPr>
              <a:t>await</a:t>
            </a:r>
            <a:r>
              <a:rPr lang="en-US" sz="700">
                <a:latin typeface="Courier"/>
              </a:rPr>
              <a:t> aiPage.validatePageState('user dashboard with welcome message');</a:t>
            </a:r>
            <a:br>
              <a:rPr lang="en-US" sz="700"/>
            </a:br>
            <a:r>
              <a:rPr lang="en-US" sz="700" b="1">
                <a:latin typeface="Courier"/>
              </a:rPr>
              <a:t>await</a:t>
            </a:r>
            <a:r>
              <a:rPr lang="en-US" sz="700">
                <a:latin typeface="Courier"/>
              </a:rPr>
              <a:t> aiPage.compareScreenshots('baseline', 'current', { threshold: 0.95 });</a:t>
            </a:r>
            <a:br>
              <a:rPr lang="en-US" sz="700"/>
            </a:br>
            <a:r>
              <a:rPr lang="en-US" sz="700" b="1">
                <a:latin typeface="Courier"/>
              </a:rPr>
              <a:t>await</a:t>
            </a:r>
            <a:r>
              <a:rPr lang="en-US" sz="700">
                <a:latin typeface="Courier"/>
              </a:rPr>
              <a:t> aiPage.detectVisualAnomalies('product listing page');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3000">
                <a:solidFill>
                  <a:srgbClr val="FFFFFF"/>
                </a:solidFill>
              </a:rPr>
              <a:t>🎭 Test Agents in Action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5D3CD9B-19C1-FA26-C288-F4E67C3641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5008881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605588"/>
            <a:ext cx="4571997" cy="533439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56565"/>
            <a:ext cx="9036544" cy="3069979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828608" y="781953"/>
            <a:ext cx="2097346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1116866"/>
            <a:ext cx="41148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485051" y="4386794"/>
            <a:ext cx="964406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73202"/>
            <a:ext cx="3742438" cy="4108980"/>
          </a:xfrm>
          <a:noFill/>
        </p:spPr>
        <p:txBody>
          <a:bodyPr anchor="ctr">
            <a:normAutofit/>
          </a:bodyPr>
          <a:lstStyle/>
          <a:p>
            <a:pPr marL="0" lvl="0" indent="0" algn="l">
              <a:buNone/>
            </a:pPr>
            <a:r>
              <a:rPr lang="en-US" sz="3600">
                <a:solidFill>
                  <a:schemeClr val="bg1"/>
                </a:solidFill>
              </a:rPr>
              <a:t>💰 FREE AI Option: Local LLM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50800" y="373339"/>
            <a:ext cx="4258818" cy="425613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1459" y="473202"/>
            <a:ext cx="3736705" cy="4109004"/>
          </a:xfrm>
          <a:noFill/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800" b="1">
                <a:solidFill>
                  <a:schemeClr val="bg1"/>
                </a:solidFill>
              </a:rPr>
              <a:t>No More API Costs!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800" b="1">
                <a:solidFill>
                  <a:schemeClr val="bg1"/>
                </a:solidFill>
              </a:rPr>
              <a:t>Traditional AI Testing</a:t>
            </a:r>
          </a:p>
          <a:p>
            <a:pPr lvl="0">
              <a:lnSpc>
                <a:spcPct val="90000"/>
              </a:lnSpc>
            </a:pPr>
            <a:r>
              <a:rPr lang="en-US" sz="800">
                <a:solidFill>
                  <a:schemeClr val="bg1"/>
                </a:solidFill>
              </a:rPr>
              <a:t>💸 Claude API: $0.25 per test run</a:t>
            </a:r>
          </a:p>
          <a:p>
            <a:pPr lvl="0">
              <a:lnSpc>
                <a:spcPct val="90000"/>
              </a:lnSpc>
            </a:pPr>
            <a:r>
              <a:rPr lang="en-US" sz="800">
                <a:solidFill>
                  <a:schemeClr val="bg1"/>
                </a:solidFill>
              </a:rPr>
              <a:t>💸 100 tests/day = $25/day = $750/month</a:t>
            </a:r>
          </a:p>
          <a:p>
            <a:pPr lvl="0">
              <a:lnSpc>
                <a:spcPct val="90000"/>
              </a:lnSpc>
            </a:pPr>
            <a:r>
              <a:rPr lang="en-US" sz="800">
                <a:solidFill>
                  <a:schemeClr val="bg1"/>
                </a:solidFill>
              </a:rPr>
              <a:t>💸 Annual cost: </a:t>
            </a:r>
            <a:r>
              <a:rPr lang="en-US" sz="800" b="1">
                <a:solidFill>
                  <a:schemeClr val="bg1"/>
                </a:solidFill>
              </a:rPr>
              <a:t>$9,000+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800" b="1">
                <a:solidFill>
                  <a:schemeClr val="bg1"/>
                </a:solidFill>
              </a:rPr>
              <a:t>Our Framework with Local LLM</a:t>
            </a:r>
          </a:p>
          <a:p>
            <a:pPr lvl="0">
              <a:lnSpc>
                <a:spcPct val="90000"/>
              </a:lnSpc>
            </a:pPr>
            <a:r>
              <a:rPr lang="en-US" sz="800">
                <a:solidFill>
                  <a:schemeClr val="bg1"/>
                </a:solidFill>
              </a:rPr>
              <a:t>✅ Ollama (FREE, open-source)</a:t>
            </a:r>
          </a:p>
          <a:p>
            <a:pPr lvl="0">
              <a:lnSpc>
                <a:spcPct val="90000"/>
              </a:lnSpc>
            </a:pPr>
            <a:r>
              <a:rPr lang="en-US" sz="800">
                <a:solidFill>
                  <a:schemeClr val="bg1"/>
                </a:solidFill>
              </a:rPr>
              <a:t>✅ Runs on your machine</a:t>
            </a:r>
          </a:p>
          <a:p>
            <a:pPr lvl="0">
              <a:lnSpc>
                <a:spcPct val="90000"/>
              </a:lnSpc>
            </a:pPr>
            <a:r>
              <a:rPr lang="en-US" sz="800">
                <a:solidFill>
                  <a:schemeClr val="bg1"/>
                </a:solidFill>
              </a:rPr>
              <a:t>✅ Same AI capabilities</a:t>
            </a:r>
          </a:p>
          <a:p>
            <a:pPr lvl="0">
              <a:lnSpc>
                <a:spcPct val="90000"/>
              </a:lnSpc>
            </a:pPr>
            <a:r>
              <a:rPr lang="en-US" sz="800">
                <a:solidFill>
                  <a:schemeClr val="bg1"/>
                </a:solidFill>
              </a:rPr>
              <a:t>✅ Total cost: </a:t>
            </a:r>
            <a:r>
              <a:rPr lang="en-US" sz="800" b="1">
                <a:solidFill>
                  <a:schemeClr val="bg1"/>
                </a:solidFill>
              </a:rPr>
              <a:t>$0</a:t>
            </a:r>
          </a:p>
          <a:p>
            <a:pPr lvl="0">
              <a:lnSpc>
                <a:spcPct val="90000"/>
              </a:lnSpc>
            </a:pPr>
            <a:r>
              <a:rPr lang="en-US" sz="800">
                <a:solidFill>
                  <a:schemeClr val="bg1"/>
                </a:solidFill>
              </a:rPr>
              <a:t>✅ Privacy: Data never leaves your network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800" b="1">
                <a:solidFill>
                  <a:schemeClr val="bg1"/>
                </a:solidFill>
              </a:rPr>
              <a:t>Setup in 2 Minutes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800" i="1">
                <a:solidFill>
                  <a:schemeClr val="bg1"/>
                </a:solidFill>
                <a:latin typeface="Courier"/>
              </a:rPr>
              <a:t># Install Ollama</a:t>
            </a:r>
            <a:br>
              <a:rPr lang="en-US" sz="800">
                <a:solidFill>
                  <a:schemeClr val="bg1"/>
                </a:solidFill>
              </a:rPr>
            </a:br>
            <a:r>
              <a:rPr lang="en-US" sz="800">
                <a:solidFill>
                  <a:schemeClr val="bg1"/>
                </a:solidFill>
                <a:latin typeface="Courier"/>
              </a:rPr>
              <a:t>winget install Ollama.Ollama</a:t>
            </a:r>
            <a:br>
              <a:rPr lang="en-US" sz="800">
                <a:solidFill>
                  <a:schemeClr val="bg1"/>
                </a:solidFill>
              </a:rPr>
            </a:br>
            <a:br>
              <a:rPr lang="en-US" sz="800">
                <a:solidFill>
                  <a:schemeClr val="bg1"/>
                </a:solidFill>
              </a:rPr>
            </a:br>
            <a:r>
              <a:rPr lang="en-US" sz="800" i="1">
                <a:solidFill>
                  <a:schemeClr val="bg1"/>
                </a:solidFill>
                <a:latin typeface="Courier"/>
              </a:rPr>
              <a:t># Download AI model (one-time, 2GB)</a:t>
            </a:r>
            <a:br>
              <a:rPr lang="en-US" sz="800">
                <a:solidFill>
                  <a:schemeClr val="bg1"/>
                </a:solidFill>
              </a:rPr>
            </a:br>
            <a:r>
              <a:rPr lang="en-US" sz="800">
                <a:solidFill>
                  <a:schemeClr val="bg1"/>
                </a:solidFill>
                <a:latin typeface="Courier"/>
              </a:rPr>
              <a:t>ollama pull llama3.2:3b</a:t>
            </a:r>
            <a:br>
              <a:rPr lang="en-US" sz="800">
                <a:solidFill>
                  <a:schemeClr val="bg1"/>
                </a:solidFill>
              </a:rPr>
            </a:br>
            <a:br>
              <a:rPr lang="en-US" sz="800">
                <a:solidFill>
                  <a:schemeClr val="bg1"/>
                </a:solidFill>
              </a:rPr>
            </a:br>
            <a:r>
              <a:rPr lang="en-US" sz="800" i="1">
                <a:solidFill>
                  <a:schemeClr val="bg1"/>
                </a:solidFill>
                <a:latin typeface="Courier"/>
              </a:rPr>
              <a:t># Configure framework</a:t>
            </a:r>
            <a:br>
              <a:rPr lang="en-US" sz="800">
                <a:solidFill>
                  <a:schemeClr val="bg1"/>
                </a:solidFill>
              </a:rPr>
            </a:br>
            <a:r>
              <a:rPr lang="en-US" sz="800">
                <a:solidFill>
                  <a:schemeClr val="bg1"/>
                </a:solidFill>
                <a:latin typeface="Courier"/>
              </a:rPr>
              <a:t>AI_PROVIDER=local</a:t>
            </a:r>
            <a:br>
              <a:rPr lang="en-US" sz="800">
                <a:solidFill>
                  <a:schemeClr val="bg1"/>
                </a:solidFill>
              </a:rPr>
            </a:br>
            <a:br>
              <a:rPr lang="en-US" sz="800">
                <a:solidFill>
                  <a:schemeClr val="bg1"/>
                </a:solidFill>
              </a:rPr>
            </a:br>
            <a:r>
              <a:rPr lang="en-US" sz="800" i="1">
                <a:solidFill>
                  <a:schemeClr val="bg1"/>
                </a:solidFill>
                <a:latin typeface="Courier"/>
              </a:rPr>
              <a:t># Done! Start testing</a:t>
            </a:r>
            <a:br>
              <a:rPr lang="en-US" sz="800">
                <a:solidFill>
                  <a:schemeClr val="bg1"/>
                </a:solidFill>
              </a:rPr>
            </a:br>
            <a:r>
              <a:rPr lang="en-US" sz="800">
                <a:solidFill>
                  <a:schemeClr val="bg1"/>
                </a:solidFill>
                <a:latin typeface="Courier"/>
              </a:rPr>
              <a:t>npm 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186028"/>
            <a:ext cx="5297791" cy="869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📈 Real Business Impact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29374" y="293124"/>
            <a:ext cx="2425189" cy="65520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defTabSz="914400">
              <a:lnSpc>
                <a:spcPct val="90000"/>
              </a:lnSpc>
              <a:spcBef>
                <a:spcPts val="1000"/>
              </a:spcBef>
            </a:pPr>
            <a:r>
              <a:rPr lang="en-US" sz="1500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Metrics That Matter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7584351"/>
              </p:ext>
            </p:extLst>
          </p:nvPr>
        </p:nvGraphicFramePr>
        <p:xfrm>
          <a:off x="324168" y="1652971"/>
          <a:ext cx="8495664" cy="298262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978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9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7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9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8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/>
                        <a:t>Metric</a:t>
                      </a:r>
                    </a:p>
                  </a:txBody>
                  <a:tcPr marL="81049" marR="81049" marT="40525" marB="40525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/>
                        <a:t>Before</a:t>
                      </a:r>
                    </a:p>
                  </a:txBody>
                  <a:tcPr marL="81049" marR="81049" marT="40525" marB="40525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/>
                        <a:t>After</a:t>
                      </a:r>
                    </a:p>
                  </a:txBody>
                  <a:tcPr marL="81049" marR="81049" marT="40525" marB="40525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/>
                        <a:t>Improvement</a:t>
                      </a:r>
                    </a:p>
                  </a:txBody>
                  <a:tcPr marL="81049" marR="81049" marT="40525" marB="405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76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1"/>
                        <a:t>Test Creation Time</a:t>
                      </a:r>
                    </a:p>
                  </a:txBody>
                  <a:tcPr marL="81049" marR="81049" marT="40525" marB="40525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/>
                        <a:t>45 min/test</a:t>
                      </a:r>
                    </a:p>
                  </a:txBody>
                  <a:tcPr marL="81049" marR="81049" marT="40525" marB="40525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/>
                        <a:t>2 min/test</a:t>
                      </a:r>
                    </a:p>
                  </a:txBody>
                  <a:tcPr marL="81049" marR="81049" marT="40525" marB="40525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1"/>
                        <a:t>96% faster</a:t>
                      </a:r>
                      <a:r>
                        <a:rPr lang="en-US" sz="1200"/>
                        <a:t> ⚡</a:t>
                      </a:r>
                    </a:p>
                  </a:txBody>
                  <a:tcPr marL="81049" marR="81049" marT="40525" marB="405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76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1"/>
                        <a:t>Maintenance Overhead</a:t>
                      </a:r>
                    </a:p>
                  </a:txBody>
                  <a:tcPr marL="81049" marR="81049" marT="40525" marB="40525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/>
                        <a:t>8 hrs/week</a:t>
                      </a:r>
                    </a:p>
                  </a:txBody>
                  <a:tcPr marL="81049" marR="81049" marT="40525" marB="40525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/>
                        <a:t>2 hrs/week</a:t>
                      </a:r>
                    </a:p>
                  </a:txBody>
                  <a:tcPr marL="81049" marR="81049" marT="40525" marB="40525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1"/>
                        <a:t>75% reduction</a:t>
                      </a:r>
                      <a:r>
                        <a:rPr lang="en-US" sz="1200"/>
                        <a:t> 💰</a:t>
                      </a:r>
                    </a:p>
                  </a:txBody>
                  <a:tcPr marL="81049" marR="81049" marT="40525" marB="405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8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1"/>
                        <a:t>Test Flakiness</a:t>
                      </a:r>
                    </a:p>
                  </a:txBody>
                  <a:tcPr marL="81049" marR="81049" marT="40525" marB="40525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/>
                        <a:t>35% failure rate</a:t>
                      </a:r>
                    </a:p>
                  </a:txBody>
                  <a:tcPr marL="81049" marR="81049" marT="40525" marB="40525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/>
                        <a:t>5% failure rate</a:t>
                      </a:r>
                    </a:p>
                  </a:txBody>
                  <a:tcPr marL="81049" marR="81049" marT="40525" marB="40525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1"/>
                        <a:t>86% improvement</a:t>
                      </a:r>
                      <a:r>
                        <a:rPr lang="en-US" sz="1200"/>
                        <a:t> 🎯</a:t>
                      </a:r>
                    </a:p>
                  </a:txBody>
                  <a:tcPr marL="81049" marR="81049" marT="40525" marB="405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8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1"/>
                        <a:t>Debugging Time</a:t>
                      </a:r>
                    </a:p>
                  </a:txBody>
                  <a:tcPr marL="81049" marR="81049" marT="40525" marB="40525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/>
                        <a:t>30 min/failure</a:t>
                      </a:r>
                    </a:p>
                  </a:txBody>
                  <a:tcPr marL="81049" marR="81049" marT="40525" marB="40525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/>
                        <a:t>3 min/failure</a:t>
                      </a:r>
                    </a:p>
                  </a:txBody>
                  <a:tcPr marL="81049" marR="81049" marT="40525" marB="40525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1"/>
                        <a:t>90% faster</a:t>
                      </a:r>
                      <a:r>
                        <a:rPr lang="en-US" sz="1200"/>
                        <a:t> ⏱️</a:t>
                      </a:r>
                    </a:p>
                  </a:txBody>
                  <a:tcPr marL="81049" marR="81049" marT="40525" marB="405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8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1"/>
                        <a:t>Annual API Costs</a:t>
                      </a:r>
                    </a:p>
                  </a:txBody>
                  <a:tcPr marL="81049" marR="81049" marT="40525" marB="40525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/>
                        <a:t>$9,000</a:t>
                      </a:r>
                    </a:p>
                  </a:txBody>
                  <a:tcPr marL="81049" marR="81049" marT="40525" marB="40525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/>
                        <a:t>$0 (local LLM)</a:t>
                      </a:r>
                    </a:p>
                  </a:txBody>
                  <a:tcPr marL="81049" marR="81049" marT="40525" marB="40525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1"/>
                        <a:t>$9,000 saved</a:t>
                      </a:r>
                      <a:r>
                        <a:rPr lang="en-US" sz="1200"/>
                        <a:t> 💵</a:t>
                      </a:r>
                    </a:p>
                  </a:txBody>
                  <a:tcPr marL="81049" marR="81049" marT="40525" marB="405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8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1"/>
                        <a:t>Team Productivity</a:t>
                      </a:r>
                    </a:p>
                  </a:txBody>
                  <a:tcPr marL="81049" marR="81049" marT="40525" marB="40525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/>
                        <a:t>100%</a:t>
                      </a:r>
                    </a:p>
                  </a:txBody>
                  <a:tcPr marL="81049" marR="81049" marT="40525" marB="40525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/>
                        <a:t>300%</a:t>
                      </a:r>
                    </a:p>
                  </a:txBody>
                  <a:tcPr marL="81049" marR="81049" marT="40525" marB="40525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1"/>
                        <a:t>3x output</a:t>
                      </a:r>
                      <a:r>
                        <a:rPr lang="en-US" sz="1200"/>
                        <a:t> 📊</a:t>
                      </a:r>
                    </a:p>
                  </a:txBody>
                  <a:tcPr marL="81049" marR="81049" marT="40525" marB="405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3"/>
            <a:ext cx="3069391" cy="5143499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"/>
            <a:ext cx="3069391" cy="4800276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6"/>
            <a:ext cx="3051501" cy="4800291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7"/>
            <a:ext cx="2708601" cy="51434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5C287C-8036-65FE-6839-A84156A367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0906669"/>
              </p:ext>
            </p:extLst>
          </p:nvPr>
        </p:nvGraphicFramePr>
        <p:xfrm>
          <a:off x="858692" y="1804420"/>
          <a:ext cx="3986392" cy="2651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605588"/>
            <a:ext cx="4571997" cy="533439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56565"/>
            <a:ext cx="9036544" cy="3069979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828608" y="781953"/>
            <a:ext cx="2097346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1116866"/>
            <a:ext cx="41148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485051" y="4386794"/>
            <a:ext cx="964406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73202"/>
            <a:ext cx="3742438" cy="4108980"/>
          </a:xfrm>
          <a:noFill/>
        </p:spPr>
        <p:txBody>
          <a:bodyPr anchor="ctr">
            <a:normAutofit/>
          </a:bodyPr>
          <a:lstStyle/>
          <a:p>
            <a:pPr marL="0" lvl="0" indent="0" algn="l">
              <a:buNone/>
            </a:pPr>
            <a:r>
              <a:rPr lang="en-US" sz="3600">
                <a:solidFill>
                  <a:schemeClr val="bg1"/>
                </a:solidFill>
              </a:rPr>
              <a:t>🏗️ Enterprise-Grade Architecture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50800" y="373339"/>
            <a:ext cx="4258818" cy="425613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1459" y="4471"/>
            <a:ext cx="4523886" cy="5031981"/>
          </a:xfrm>
          <a:noFill/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600" b="1" dirty="0">
                <a:solidFill>
                  <a:schemeClr val="bg1"/>
                </a:solidFill>
              </a:rPr>
              <a:t>System Overview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600" dirty="0">
                <a:solidFill>
                  <a:schemeClr val="bg1"/>
                </a:solidFill>
                <a:latin typeface="Courier"/>
              </a:rPr>
              <a:t>┌─────────────────────────────────────────────────────┐
│              Test Description (Plain English)       │
└───────────────────┬─────────────────────────────────┘
                    ▼
┌─────────────────────────────────────────────────────┐
│                  🎭 PLANNER AGENT                    │
│         Creates detailed test strategy              │
└───────────────────┬─────────────────────────────────┘
                    ▼
┌─────────────────────────────────────────────────────┐
│                 💻 GENERATOR AGENT                   │
│        Converts plan to executable code             │
└───────────────────┬─────────────────────────────────┘
                    ▼
┌─────────────────────────────────────────────────────┐
│              AI-Enhanced Test Execution             │
│  ┌──────────┐  ┌──────────┐  ┌──────────┐          │
│  │ Element  │→ │  Self-   │→ │ Visual   │          │
│  │  Finder  │  │ Healing  │  │    AI    │          │
│  └──────────┘  └──────────┘  └──────────┘          │
└───────────────────┬─────────────────────────────────┘
                    ▼
            Test Result Analysis
                    ▼
┌─────────────────────────────────────────────────────┐
│                  🏥 HEALER AGENT                     │
│      Auto-fixes failures, learns from errors        │
└─────────────────────────────────────────────────────┘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600" b="1" dirty="0">
                <a:solidFill>
                  <a:schemeClr val="bg1"/>
                </a:solidFill>
              </a:rPr>
              <a:t>Technology Stack</a:t>
            </a:r>
          </a:p>
          <a:p>
            <a:pPr lvl="0">
              <a:lnSpc>
                <a:spcPct val="90000"/>
              </a:lnSpc>
            </a:pPr>
            <a:r>
              <a:rPr lang="en-US" sz="600" b="1" dirty="0">
                <a:solidFill>
                  <a:schemeClr val="bg1"/>
                </a:solidFill>
              </a:rPr>
              <a:t>Testing</a:t>
            </a:r>
            <a:r>
              <a:rPr lang="en-US" sz="600" dirty="0">
                <a:solidFill>
                  <a:schemeClr val="bg1"/>
                </a:solidFill>
              </a:rPr>
              <a:t>: Playwright (Microsoft)</a:t>
            </a:r>
          </a:p>
          <a:p>
            <a:pPr lvl="0">
              <a:lnSpc>
                <a:spcPct val="90000"/>
              </a:lnSpc>
            </a:pPr>
            <a:r>
              <a:rPr lang="en-US" sz="600" b="1" dirty="0">
                <a:solidFill>
                  <a:schemeClr val="bg1"/>
                </a:solidFill>
              </a:rPr>
              <a:t>AI</a:t>
            </a:r>
            <a:r>
              <a:rPr lang="en-US" sz="600" dirty="0">
                <a:solidFill>
                  <a:schemeClr val="bg1"/>
                </a:solidFill>
              </a:rPr>
              <a:t>: Anthropic Claude / Local LLM (</a:t>
            </a:r>
            <a:r>
              <a:rPr lang="en-US" sz="600" dirty="0" err="1">
                <a:solidFill>
                  <a:schemeClr val="bg1"/>
                </a:solidFill>
              </a:rPr>
              <a:t>Ollama</a:t>
            </a:r>
            <a:r>
              <a:rPr lang="en-US" sz="600" dirty="0">
                <a:solidFill>
                  <a:schemeClr val="bg1"/>
                </a:solidFill>
              </a:rPr>
              <a:t>)</a:t>
            </a:r>
          </a:p>
          <a:p>
            <a:pPr lvl="0">
              <a:lnSpc>
                <a:spcPct val="90000"/>
              </a:lnSpc>
            </a:pPr>
            <a:r>
              <a:rPr lang="en-US" sz="600" b="1" dirty="0">
                <a:solidFill>
                  <a:schemeClr val="bg1"/>
                </a:solidFill>
              </a:rPr>
              <a:t>Language</a:t>
            </a:r>
            <a:r>
              <a:rPr lang="en-US" sz="600" dirty="0">
                <a:solidFill>
                  <a:schemeClr val="bg1"/>
                </a:solidFill>
              </a:rPr>
              <a:t>: JavaScript/TypeScript</a:t>
            </a:r>
          </a:p>
          <a:p>
            <a:pPr lvl="0">
              <a:lnSpc>
                <a:spcPct val="90000"/>
              </a:lnSpc>
            </a:pPr>
            <a:r>
              <a:rPr lang="en-US" sz="600" b="1" dirty="0">
                <a:solidFill>
                  <a:schemeClr val="bg1"/>
                </a:solidFill>
              </a:rPr>
              <a:t>CI/CD</a:t>
            </a:r>
            <a:r>
              <a:rPr lang="en-US" sz="600" dirty="0">
                <a:solidFill>
                  <a:schemeClr val="bg1"/>
                </a:solidFill>
              </a:rPr>
              <a:t>: GitHub Actions</a:t>
            </a:r>
          </a:p>
          <a:p>
            <a:pPr lvl="0">
              <a:lnSpc>
                <a:spcPct val="90000"/>
              </a:lnSpc>
            </a:pPr>
            <a:r>
              <a:rPr lang="en-US" sz="600" b="1" dirty="0">
                <a:solidFill>
                  <a:schemeClr val="bg1"/>
                </a:solidFill>
              </a:rPr>
              <a:t>Reporting</a:t>
            </a:r>
            <a:r>
              <a:rPr lang="en-US" sz="600" dirty="0">
                <a:solidFill>
                  <a:schemeClr val="bg1"/>
                </a:solidFill>
              </a:rPr>
              <a:t>: HTML + AI insights</a:t>
            </a:r>
          </a:p>
          <a:p>
            <a:pPr lvl="0">
              <a:lnSpc>
                <a:spcPct val="90000"/>
              </a:lnSpc>
            </a:pPr>
            <a:r>
              <a:rPr lang="en-US" sz="600" b="1" dirty="0">
                <a:solidFill>
                  <a:schemeClr val="bg1"/>
                </a:solidFill>
              </a:rPr>
              <a:t>Logging</a:t>
            </a:r>
            <a:r>
              <a:rPr lang="en-US" sz="600" dirty="0">
                <a:solidFill>
                  <a:schemeClr val="bg1"/>
                </a:solidFill>
              </a:rPr>
              <a:t>: Winston (production-grade)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🔄 Self-Healing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900" b="1"/>
              <a:t>Real Example: Login Test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900" b="1"/>
              <a:t>Scenario: Button ID Changed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900" i="1">
                <a:latin typeface="Courier"/>
              </a:rPr>
              <a:t>&lt;!-- Before (Selector: #login-button) --&gt;</a:t>
            </a:r>
            <a:br>
              <a:rPr lang="en-US" sz="900"/>
            </a:br>
            <a:r>
              <a:rPr lang="en-US" sz="900">
                <a:latin typeface="Courier"/>
              </a:rPr>
              <a:t>&lt;</a:t>
            </a:r>
            <a:r>
              <a:rPr lang="en-US" sz="900" b="1">
                <a:latin typeface="Courier"/>
              </a:rPr>
              <a:t>button</a:t>
            </a:r>
            <a:r>
              <a:rPr lang="en-US" sz="900">
                <a:latin typeface="Courier"/>
              </a:rPr>
              <a:t> id="login-button"&gt;Login&lt;/</a:t>
            </a:r>
            <a:r>
              <a:rPr lang="en-US" sz="900" b="1">
                <a:latin typeface="Courier"/>
              </a:rPr>
              <a:t>button</a:t>
            </a:r>
            <a:r>
              <a:rPr lang="en-US" sz="900">
                <a:latin typeface="Courier"/>
              </a:rPr>
              <a:t>&gt;</a:t>
            </a:r>
            <a:br>
              <a:rPr lang="en-US" sz="900"/>
            </a:br>
            <a:br>
              <a:rPr lang="en-US" sz="900"/>
            </a:br>
            <a:r>
              <a:rPr lang="en-US" sz="900" i="1">
                <a:latin typeface="Courier"/>
              </a:rPr>
              <a:t>&lt;!-- After: Developer changes ID --&gt;</a:t>
            </a:r>
            <a:br>
              <a:rPr lang="en-US" sz="900"/>
            </a:br>
            <a:r>
              <a:rPr lang="en-US" sz="900">
                <a:latin typeface="Courier"/>
              </a:rPr>
              <a:t>&lt;</a:t>
            </a:r>
            <a:r>
              <a:rPr lang="en-US" sz="900" b="1">
                <a:latin typeface="Courier"/>
              </a:rPr>
              <a:t>button</a:t>
            </a:r>
            <a:r>
              <a:rPr lang="en-US" sz="900">
                <a:latin typeface="Courier"/>
              </a:rPr>
              <a:t> id="new-login-btn"&gt;Login&lt;/</a:t>
            </a:r>
            <a:r>
              <a:rPr lang="en-US" sz="900" b="1">
                <a:latin typeface="Courier"/>
              </a:rPr>
              <a:t>button</a:t>
            </a:r>
            <a:r>
              <a:rPr lang="en-US" sz="900">
                <a:latin typeface="Courier"/>
              </a:rPr>
              <a:t>&gt;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900" b="1"/>
              <a:t>Traditional Framework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900">
                <a:latin typeface="Courier"/>
              </a:rPr>
              <a:t>❌ Test Failed
Error: Element not found: #login-button
Manual action required: Update 47 tests
Time lost: 2-3 hours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900" b="1"/>
              <a:t>Our AI Framework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900">
                <a:latin typeface="Courier"/>
              </a:rPr>
              <a:t>✅ Test Passed
[INFO] Original selector failed: #login-button
[INFO] AI found new selector: #new-login-btn
[INFO] Self-healing applied
[INFO] Selector cache updated
Time lost: 0 seconds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440141"/>
            <a:ext cx="317257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📝 Complete Feature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5156" y="7606"/>
            <a:ext cx="4958270" cy="5143500"/>
          </a:xfrm>
        </p:spPr>
        <p:txBody>
          <a:bodyPr anchor="ctr">
            <a:normAutofit fontScale="92500" lnSpcReduction="20000"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600" b="1" dirty="0"/>
              <a:t>AI Capabilities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Natural language test descriptions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AI-powered element detection (10+ strategies)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Automatic test plan generation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Code generation from plans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Test failure analysis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Self-healing selectors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Visual AI validation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Screenshot comparison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Anomaly detection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600" b="1" dirty="0"/>
              <a:t>Testing Features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Cross-browser support (Chrome, Firefox, Safari, Edge)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Mobile device emulation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API testing integration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Database validation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Performance monitoring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Accessibility testing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Security testing helpers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600" b="1" dirty="0"/>
              <a:t>Developer Experience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VS Code integration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IntelliSense support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Debug mode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Watch mode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Parallel execution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Test retry logic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Custom reporters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600" b="1" dirty="0"/>
              <a:t>DevOps &amp; CI/CD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GitHub Actions workflows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Jenkins integration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Azure DevOps support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Docker containers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Email notifications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Slack integration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Teams integration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600" b="1" dirty="0"/>
              <a:t>Reporting &amp; Analytics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Beautiful HTML reports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AI-generated insights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Trend analysis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Failure pattern detection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Performance metrics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Test coverage reports</a:t>
            </a:r>
          </a:p>
          <a:p>
            <a:pPr lvl="0">
              <a:lnSpc>
                <a:spcPct val="90000"/>
              </a:lnSpc>
            </a:pPr>
            <a:r>
              <a:rPr lang="en-US" sz="600" dirty="0"/>
              <a:t>✅ Video recordings</a:t>
            </a:r>
          </a:p>
          <a:p>
            <a:pPr lvl="0">
              <a:lnSpc>
                <a:spcPct val="90000"/>
              </a:lnSpc>
            </a:pPr>
            <a:r>
              <a:rPr lang="en-US" sz="400" dirty="0"/>
              <a:t>✅ Screenshot galleries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440141"/>
            <a:ext cx="317257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💻 Live Code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9622" y="65314"/>
            <a:ext cx="4731807" cy="4963886"/>
          </a:xfrm>
        </p:spPr>
        <p:txBody>
          <a:bodyPr anchor="ctr">
            <a:normAutofit fontScale="92500" lnSpcReduction="10000"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400" b="1" dirty="0"/>
              <a:t>Example 1: Complete E2E Test in 20 Lines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400" b="1" dirty="0">
                <a:latin typeface="Courier"/>
              </a:rPr>
              <a:t>const</a:t>
            </a:r>
            <a:r>
              <a:rPr lang="en-US" sz="400" dirty="0">
                <a:latin typeface="Courier"/>
              </a:rPr>
              <a:t> { test, expect } = require('./core/ai-test-runner');</a:t>
            </a:r>
            <a:br>
              <a:rPr lang="en-US" sz="400" dirty="0"/>
            </a:br>
            <a:br>
              <a:rPr lang="en-US" sz="400" dirty="0"/>
            </a:br>
            <a:r>
              <a:rPr lang="en-US" sz="400" dirty="0">
                <a:latin typeface="Courier"/>
              </a:rPr>
              <a:t>test('E2E: Purchase flow', </a:t>
            </a:r>
            <a:r>
              <a:rPr lang="en-US" sz="400" b="1" dirty="0">
                <a:latin typeface="Courier"/>
              </a:rPr>
              <a:t>async</a:t>
            </a:r>
            <a:r>
              <a:rPr lang="en-US" sz="400" dirty="0">
                <a:latin typeface="Courier"/>
              </a:rPr>
              <a:t> ({ </a:t>
            </a:r>
            <a:r>
              <a:rPr lang="en-US" sz="400" dirty="0" err="1">
                <a:latin typeface="Courier"/>
              </a:rPr>
              <a:t>aiPage</a:t>
            </a:r>
            <a:r>
              <a:rPr lang="en-US" sz="400" dirty="0">
                <a:latin typeface="Courier"/>
              </a:rPr>
              <a:t>, page }) </a:t>
            </a:r>
            <a:r>
              <a:rPr lang="en-US" sz="400" b="1" dirty="0">
                <a:latin typeface="Courier"/>
              </a:rPr>
              <a:t>=&gt;</a:t>
            </a:r>
            <a:r>
              <a:rPr lang="en-US" sz="400" dirty="0">
                <a:latin typeface="Courier"/>
              </a:rPr>
              <a:t> {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r>
              <a:rPr lang="en-US" sz="400" i="1" dirty="0">
                <a:latin typeface="Courier"/>
              </a:rPr>
              <a:t>// Login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r>
              <a:rPr lang="en-US" sz="400" b="1" dirty="0">
                <a:latin typeface="Courier"/>
              </a:rPr>
              <a:t>await</a:t>
            </a:r>
            <a:r>
              <a:rPr lang="en-US" sz="400" dirty="0">
                <a:latin typeface="Courier"/>
              </a:rPr>
              <a:t> </a:t>
            </a:r>
            <a:r>
              <a:rPr lang="en-US" sz="400" dirty="0" err="1">
                <a:latin typeface="Courier"/>
              </a:rPr>
              <a:t>aiPage.navigateTo</a:t>
            </a:r>
            <a:r>
              <a:rPr lang="en-US" sz="400" dirty="0">
                <a:latin typeface="Courier"/>
              </a:rPr>
              <a:t>('https://shop.example.com');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r>
              <a:rPr lang="en-US" sz="400" b="1" dirty="0">
                <a:latin typeface="Courier"/>
              </a:rPr>
              <a:t>await</a:t>
            </a:r>
            <a:r>
              <a:rPr lang="en-US" sz="400" dirty="0">
                <a:latin typeface="Courier"/>
              </a:rPr>
              <a:t> </a:t>
            </a:r>
            <a:r>
              <a:rPr lang="en-US" sz="400" dirty="0" err="1">
                <a:latin typeface="Courier"/>
              </a:rPr>
              <a:t>aiPage.fillField</a:t>
            </a:r>
            <a:r>
              <a:rPr lang="en-US" sz="400" dirty="0">
                <a:latin typeface="Courier"/>
              </a:rPr>
              <a:t>('email', 'user@test.com');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r>
              <a:rPr lang="en-US" sz="400" b="1" dirty="0">
                <a:latin typeface="Courier"/>
              </a:rPr>
              <a:t>await</a:t>
            </a:r>
            <a:r>
              <a:rPr lang="en-US" sz="400" dirty="0">
                <a:latin typeface="Courier"/>
              </a:rPr>
              <a:t> </a:t>
            </a:r>
            <a:r>
              <a:rPr lang="en-US" sz="400" dirty="0" err="1">
                <a:latin typeface="Courier"/>
              </a:rPr>
              <a:t>aiPage.fillField</a:t>
            </a:r>
            <a:r>
              <a:rPr lang="en-US" sz="400" dirty="0">
                <a:latin typeface="Courier"/>
              </a:rPr>
              <a:t>('password', 'secure123');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r>
              <a:rPr lang="en-US" sz="400" b="1" dirty="0">
                <a:latin typeface="Courier"/>
              </a:rPr>
              <a:t>await</a:t>
            </a:r>
            <a:r>
              <a:rPr lang="en-US" sz="400" dirty="0">
                <a:latin typeface="Courier"/>
              </a:rPr>
              <a:t> </a:t>
            </a:r>
            <a:r>
              <a:rPr lang="en-US" sz="400" dirty="0" err="1">
                <a:latin typeface="Courier"/>
              </a:rPr>
              <a:t>aiPage.clickElement</a:t>
            </a:r>
            <a:r>
              <a:rPr lang="en-US" sz="400" dirty="0">
                <a:latin typeface="Courier"/>
              </a:rPr>
              <a:t>('login button');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r>
              <a:rPr lang="en-US" sz="400" i="1" dirty="0">
                <a:latin typeface="Courier"/>
              </a:rPr>
              <a:t>// Shop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r>
              <a:rPr lang="en-US" sz="400" b="1" dirty="0">
                <a:latin typeface="Courier"/>
              </a:rPr>
              <a:t>await</a:t>
            </a:r>
            <a:r>
              <a:rPr lang="en-US" sz="400" dirty="0">
                <a:latin typeface="Courier"/>
              </a:rPr>
              <a:t> </a:t>
            </a:r>
            <a:r>
              <a:rPr lang="en-US" sz="400" dirty="0" err="1">
                <a:latin typeface="Courier"/>
              </a:rPr>
              <a:t>aiPage.clickElement</a:t>
            </a:r>
            <a:r>
              <a:rPr lang="en-US" sz="400" dirty="0">
                <a:latin typeface="Courier"/>
              </a:rPr>
              <a:t>('first product');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r>
              <a:rPr lang="en-US" sz="400" b="1" dirty="0">
                <a:latin typeface="Courier"/>
              </a:rPr>
              <a:t>await</a:t>
            </a:r>
            <a:r>
              <a:rPr lang="en-US" sz="400" dirty="0">
                <a:latin typeface="Courier"/>
              </a:rPr>
              <a:t> </a:t>
            </a:r>
            <a:r>
              <a:rPr lang="en-US" sz="400" dirty="0" err="1">
                <a:latin typeface="Courier"/>
              </a:rPr>
              <a:t>aiPage.clickElement</a:t>
            </a:r>
            <a:r>
              <a:rPr lang="en-US" sz="400" dirty="0">
                <a:latin typeface="Courier"/>
              </a:rPr>
              <a:t>('add to cart');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r>
              <a:rPr lang="en-US" sz="400" b="1" dirty="0">
                <a:latin typeface="Courier"/>
              </a:rPr>
              <a:t>await</a:t>
            </a:r>
            <a:r>
              <a:rPr lang="en-US" sz="400" dirty="0">
                <a:latin typeface="Courier"/>
              </a:rPr>
              <a:t> </a:t>
            </a:r>
            <a:r>
              <a:rPr lang="en-US" sz="400" dirty="0" err="1">
                <a:latin typeface="Courier"/>
              </a:rPr>
              <a:t>aiPage.clickElement</a:t>
            </a:r>
            <a:r>
              <a:rPr lang="en-US" sz="400" dirty="0">
                <a:latin typeface="Courier"/>
              </a:rPr>
              <a:t>('cart icon');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r>
              <a:rPr lang="en-US" sz="400" i="1" dirty="0">
                <a:latin typeface="Courier"/>
              </a:rPr>
              <a:t>// Checkout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r>
              <a:rPr lang="en-US" sz="400" b="1" dirty="0">
                <a:latin typeface="Courier"/>
              </a:rPr>
              <a:t>await</a:t>
            </a:r>
            <a:r>
              <a:rPr lang="en-US" sz="400" dirty="0">
                <a:latin typeface="Courier"/>
              </a:rPr>
              <a:t> </a:t>
            </a:r>
            <a:r>
              <a:rPr lang="en-US" sz="400" dirty="0" err="1">
                <a:latin typeface="Courier"/>
              </a:rPr>
              <a:t>aiPage.clickElement</a:t>
            </a:r>
            <a:r>
              <a:rPr lang="en-US" sz="400" dirty="0">
                <a:latin typeface="Courier"/>
              </a:rPr>
              <a:t>('checkout button');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r>
              <a:rPr lang="en-US" sz="400" b="1" dirty="0">
                <a:latin typeface="Courier"/>
              </a:rPr>
              <a:t>await</a:t>
            </a:r>
            <a:r>
              <a:rPr lang="en-US" sz="400" dirty="0">
                <a:latin typeface="Courier"/>
              </a:rPr>
              <a:t> </a:t>
            </a:r>
            <a:r>
              <a:rPr lang="en-US" sz="400" dirty="0" err="1">
                <a:latin typeface="Courier"/>
              </a:rPr>
              <a:t>aiPage.fillField</a:t>
            </a:r>
            <a:r>
              <a:rPr lang="en-US" sz="400" dirty="0">
                <a:latin typeface="Courier"/>
              </a:rPr>
              <a:t>('credit card', '4111111111111111');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r>
              <a:rPr lang="en-US" sz="400" b="1" dirty="0">
                <a:latin typeface="Courier"/>
              </a:rPr>
              <a:t>await</a:t>
            </a:r>
            <a:r>
              <a:rPr lang="en-US" sz="400" dirty="0">
                <a:latin typeface="Courier"/>
              </a:rPr>
              <a:t> </a:t>
            </a:r>
            <a:r>
              <a:rPr lang="en-US" sz="400" dirty="0" err="1">
                <a:latin typeface="Courier"/>
              </a:rPr>
              <a:t>aiPage.clickElement</a:t>
            </a:r>
            <a:r>
              <a:rPr lang="en-US" sz="400" dirty="0">
                <a:latin typeface="Courier"/>
              </a:rPr>
              <a:t>('complete order');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r>
              <a:rPr lang="en-US" sz="400" i="1" dirty="0">
                <a:latin typeface="Courier"/>
              </a:rPr>
              <a:t>// Verify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r>
              <a:rPr lang="en-US" sz="400" b="1" dirty="0">
                <a:latin typeface="Courier"/>
              </a:rPr>
              <a:t>await</a:t>
            </a:r>
            <a:r>
              <a:rPr lang="en-US" sz="400" dirty="0">
                <a:latin typeface="Courier"/>
              </a:rPr>
              <a:t> </a:t>
            </a:r>
            <a:r>
              <a:rPr lang="en-US" sz="400" dirty="0" err="1">
                <a:latin typeface="Courier"/>
              </a:rPr>
              <a:t>aiPage.verifyElement</a:t>
            </a:r>
            <a:r>
              <a:rPr lang="en-US" sz="400" dirty="0">
                <a:latin typeface="Courier"/>
              </a:rPr>
              <a:t>('order confirmation message');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r>
              <a:rPr lang="en-US" sz="400" b="1" dirty="0">
                <a:latin typeface="Courier"/>
              </a:rPr>
              <a:t>await</a:t>
            </a:r>
            <a:r>
              <a:rPr lang="en-US" sz="400" dirty="0">
                <a:latin typeface="Courier"/>
              </a:rPr>
              <a:t> </a:t>
            </a:r>
            <a:r>
              <a:rPr lang="en-US" sz="400" dirty="0" err="1">
                <a:latin typeface="Courier"/>
              </a:rPr>
              <a:t>aiPage.validatePageState</a:t>
            </a:r>
            <a:r>
              <a:rPr lang="en-US" sz="400" dirty="0">
                <a:latin typeface="Courier"/>
              </a:rPr>
              <a:t>('success page with order number');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});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400" b="1" dirty="0"/>
              <a:t>Example 2: Visual Regression Test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400" dirty="0">
                <a:latin typeface="Courier"/>
              </a:rPr>
              <a:t>test('Visual: Homepage unchanged', </a:t>
            </a:r>
            <a:r>
              <a:rPr lang="en-US" sz="400" b="1" dirty="0">
                <a:latin typeface="Courier"/>
              </a:rPr>
              <a:t>async</a:t>
            </a:r>
            <a:r>
              <a:rPr lang="en-US" sz="400" dirty="0">
                <a:latin typeface="Courier"/>
              </a:rPr>
              <a:t> ({ </a:t>
            </a:r>
            <a:r>
              <a:rPr lang="en-US" sz="400" dirty="0" err="1">
                <a:latin typeface="Courier"/>
              </a:rPr>
              <a:t>aiPage</a:t>
            </a:r>
            <a:r>
              <a:rPr lang="en-US" sz="400" dirty="0">
                <a:latin typeface="Courier"/>
              </a:rPr>
              <a:t> }) </a:t>
            </a:r>
            <a:r>
              <a:rPr lang="en-US" sz="400" b="1" dirty="0">
                <a:latin typeface="Courier"/>
              </a:rPr>
              <a:t>=&gt;</a:t>
            </a:r>
            <a:r>
              <a:rPr lang="en-US" sz="400" dirty="0">
                <a:latin typeface="Courier"/>
              </a:rPr>
              <a:t> {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r>
              <a:rPr lang="en-US" sz="400" b="1" dirty="0">
                <a:latin typeface="Courier"/>
              </a:rPr>
              <a:t>await</a:t>
            </a:r>
            <a:r>
              <a:rPr lang="en-US" sz="400" dirty="0">
                <a:latin typeface="Courier"/>
              </a:rPr>
              <a:t> </a:t>
            </a:r>
            <a:r>
              <a:rPr lang="en-US" sz="400" dirty="0" err="1">
                <a:latin typeface="Courier"/>
              </a:rPr>
              <a:t>aiPage.navigateTo</a:t>
            </a:r>
            <a:r>
              <a:rPr lang="en-US" sz="400" dirty="0">
                <a:latin typeface="Courier"/>
              </a:rPr>
              <a:t>('https://example.com');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r>
              <a:rPr lang="en-US" sz="400" i="1" dirty="0">
                <a:latin typeface="Courier"/>
              </a:rPr>
              <a:t>// Take baseline screenshot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r>
              <a:rPr lang="en-US" sz="400" b="1" dirty="0">
                <a:latin typeface="Courier"/>
              </a:rPr>
              <a:t>await</a:t>
            </a:r>
            <a:r>
              <a:rPr lang="en-US" sz="400" dirty="0">
                <a:latin typeface="Courier"/>
              </a:rPr>
              <a:t> </a:t>
            </a:r>
            <a:r>
              <a:rPr lang="en-US" sz="400" dirty="0" err="1">
                <a:latin typeface="Courier"/>
              </a:rPr>
              <a:t>aiPage.takeScreenshot</a:t>
            </a:r>
            <a:r>
              <a:rPr lang="en-US" sz="400" dirty="0">
                <a:latin typeface="Courier"/>
              </a:rPr>
              <a:t>('homepage-baseline');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r>
              <a:rPr lang="en-US" sz="400" i="1" dirty="0">
                <a:latin typeface="Courier"/>
              </a:rPr>
              <a:t>// Later: Compare with current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r>
              <a:rPr lang="en-US" sz="400" b="1" dirty="0">
                <a:latin typeface="Courier"/>
              </a:rPr>
              <a:t>const</a:t>
            </a:r>
            <a:r>
              <a:rPr lang="en-US" sz="400" dirty="0">
                <a:latin typeface="Courier"/>
              </a:rPr>
              <a:t> comparison = </a:t>
            </a:r>
            <a:r>
              <a:rPr lang="en-US" sz="400" b="1" dirty="0">
                <a:latin typeface="Courier"/>
              </a:rPr>
              <a:t>await</a:t>
            </a:r>
            <a:r>
              <a:rPr lang="en-US" sz="400" dirty="0">
                <a:latin typeface="Courier"/>
              </a:rPr>
              <a:t> </a:t>
            </a:r>
            <a:r>
              <a:rPr lang="en-US" sz="400" dirty="0" err="1">
                <a:latin typeface="Courier"/>
              </a:rPr>
              <a:t>aiPage.compareScreenshots</a:t>
            </a:r>
            <a:r>
              <a:rPr lang="en-US" sz="400" dirty="0">
                <a:latin typeface="Courier"/>
              </a:rPr>
              <a:t>(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  'homepage-baseline',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  'homepage-current',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  { threshold: 0.98, </a:t>
            </a:r>
            <a:r>
              <a:rPr lang="en-US" sz="400" dirty="0" err="1">
                <a:latin typeface="Courier"/>
              </a:rPr>
              <a:t>highlightDifferences</a:t>
            </a:r>
            <a:r>
              <a:rPr lang="en-US" sz="400" dirty="0">
                <a:latin typeface="Courier"/>
              </a:rPr>
              <a:t>: </a:t>
            </a:r>
            <a:r>
              <a:rPr lang="en-US" sz="400" b="1" dirty="0">
                <a:latin typeface="Courier"/>
              </a:rPr>
              <a:t>true</a:t>
            </a:r>
            <a:r>
              <a:rPr lang="en-US" sz="400" dirty="0">
                <a:latin typeface="Courier"/>
              </a:rPr>
              <a:t> }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);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</a:t>
            </a:r>
            <a:r>
              <a:rPr lang="en-US" sz="400" b="1" dirty="0">
                <a:latin typeface="Courier"/>
              </a:rPr>
              <a:t>if</a:t>
            </a:r>
            <a:r>
              <a:rPr lang="en-US" sz="400" dirty="0">
                <a:latin typeface="Courier"/>
              </a:rPr>
              <a:t> (</a:t>
            </a:r>
            <a:r>
              <a:rPr lang="en-US" sz="400" dirty="0" err="1">
                <a:latin typeface="Courier"/>
              </a:rPr>
              <a:t>comparison.differencePercent</a:t>
            </a:r>
            <a:r>
              <a:rPr lang="en-US" sz="400" dirty="0">
                <a:latin typeface="Courier"/>
              </a:rPr>
              <a:t> &gt; 2) {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  </a:t>
            </a:r>
            <a:r>
              <a:rPr lang="en-US" sz="400" i="1" dirty="0">
                <a:latin typeface="Courier"/>
              </a:rPr>
              <a:t>// AI analyzes what changed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  </a:t>
            </a:r>
            <a:r>
              <a:rPr lang="en-US" sz="400" b="1" dirty="0">
                <a:latin typeface="Courier"/>
              </a:rPr>
              <a:t>const</a:t>
            </a:r>
            <a:r>
              <a:rPr lang="en-US" sz="400" dirty="0">
                <a:latin typeface="Courier"/>
              </a:rPr>
              <a:t> analysis = </a:t>
            </a:r>
            <a:r>
              <a:rPr lang="en-US" sz="400" b="1" dirty="0">
                <a:latin typeface="Courier"/>
              </a:rPr>
              <a:t>await</a:t>
            </a:r>
            <a:r>
              <a:rPr lang="en-US" sz="400" dirty="0">
                <a:latin typeface="Courier"/>
              </a:rPr>
              <a:t> </a:t>
            </a:r>
            <a:r>
              <a:rPr lang="en-US" sz="400" dirty="0" err="1">
                <a:latin typeface="Courier"/>
              </a:rPr>
              <a:t>aiPage.analyzeVisualChanges</a:t>
            </a:r>
            <a:r>
              <a:rPr lang="en-US" sz="400" dirty="0">
                <a:latin typeface="Courier"/>
              </a:rPr>
              <a:t>(comparison);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  console.log(</a:t>
            </a:r>
            <a:r>
              <a:rPr lang="en-US" sz="400" dirty="0" err="1">
                <a:latin typeface="Courier"/>
              </a:rPr>
              <a:t>analysis.changes</a:t>
            </a:r>
            <a:r>
              <a:rPr lang="en-US" sz="400" dirty="0">
                <a:latin typeface="Courier"/>
              </a:rPr>
              <a:t>); </a:t>
            </a:r>
            <a:r>
              <a:rPr lang="en-US" sz="400" i="1" dirty="0">
                <a:latin typeface="Courier"/>
              </a:rPr>
              <a:t>// "Header logo size increased by 20px"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}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});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400" b="1" dirty="0"/>
              <a:t>Example 3: Auto-Generated Test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400" i="1" dirty="0">
                <a:latin typeface="Courier"/>
              </a:rPr>
              <a:t>// Just describe your test in plain English</a:t>
            </a:r>
            <a:br>
              <a:rPr lang="en-US" sz="400" dirty="0"/>
            </a:br>
            <a:r>
              <a:rPr lang="en-US" sz="400" b="1" dirty="0">
                <a:latin typeface="Courier"/>
              </a:rPr>
              <a:t>const</a:t>
            </a:r>
            <a:r>
              <a:rPr lang="en-US" sz="400" dirty="0">
                <a:latin typeface="Courier"/>
              </a:rPr>
              <a:t> </a:t>
            </a:r>
            <a:r>
              <a:rPr lang="en-US" sz="400" dirty="0" err="1">
                <a:latin typeface="Courier"/>
              </a:rPr>
              <a:t>testCode</a:t>
            </a:r>
            <a:r>
              <a:rPr lang="en-US" sz="400" dirty="0">
                <a:latin typeface="Courier"/>
              </a:rPr>
              <a:t> = </a:t>
            </a:r>
            <a:r>
              <a:rPr lang="en-US" sz="400" b="1" dirty="0">
                <a:latin typeface="Courier"/>
              </a:rPr>
              <a:t>await</a:t>
            </a:r>
            <a:r>
              <a:rPr lang="en-US" sz="400" dirty="0">
                <a:latin typeface="Courier"/>
              </a:rPr>
              <a:t> </a:t>
            </a:r>
            <a:r>
              <a:rPr lang="en-US" sz="400" dirty="0" err="1">
                <a:latin typeface="Courier"/>
              </a:rPr>
              <a:t>testAgents.generateTest</a:t>
            </a:r>
            <a:r>
              <a:rPr lang="en-US" sz="400" dirty="0">
                <a:latin typeface="Courier"/>
              </a:rPr>
              <a:t>(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'Verify user can update their profile information',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{ 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  framework: 'playwright',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  </a:t>
            </a:r>
            <a:r>
              <a:rPr lang="en-US" sz="400" dirty="0" err="1">
                <a:latin typeface="Courier"/>
              </a:rPr>
              <a:t>useAIPage</a:t>
            </a:r>
            <a:r>
              <a:rPr lang="en-US" sz="400" dirty="0">
                <a:latin typeface="Courier"/>
              </a:rPr>
              <a:t>: </a:t>
            </a:r>
            <a:r>
              <a:rPr lang="en-US" sz="400" b="1" dirty="0">
                <a:latin typeface="Courier"/>
              </a:rPr>
              <a:t>true</a:t>
            </a:r>
            <a:r>
              <a:rPr lang="en-US" sz="400" dirty="0">
                <a:latin typeface="Courier"/>
              </a:rPr>
              <a:t>,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  </a:t>
            </a:r>
            <a:r>
              <a:rPr lang="en-US" sz="400" dirty="0" err="1">
                <a:latin typeface="Courier"/>
              </a:rPr>
              <a:t>includeComments</a:t>
            </a:r>
            <a:r>
              <a:rPr lang="en-US" sz="400" dirty="0">
                <a:latin typeface="Courier"/>
              </a:rPr>
              <a:t>: </a:t>
            </a:r>
            <a:r>
              <a:rPr lang="en-US" sz="400" b="1" dirty="0">
                <a:latin typeface="Courier"/>
              </a:rPr>
              <a:t>true</a:t>
            </a:r>
            <a:r>
              <a:rPr lang="en-US" sz="400" dirty="0">
                <a:latin typeface="Courier"/>
              </a:rPr>
              <a:t> 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  }</a:t>
            </a:r>
            <a:br>
              <a:rPr lang="en-US" sz="400" dirty="0"/>
            </a:br>
            <a:r>
              <a:rPr lang="en-US" sz="400" dirty="0">
                <a:latin typeface="Courier"/>
              </a:rPr>
              <a:t>);</a:t>
            </a:r>
            <a:br>
              <a:rPr lang="en-US" sz="400" dirty="0"/>
            </a:br>
            <a:br>
              <a:rPr lang="en-US" sz="400" dirty="0"/>
            </a:br>
            <a:r>
              <a:rPr lang="en-US" sz="400" i="1" dirty="0">
                <a:latin typeface="Courier"/>
              </a:rPr>
              <a:t>// AI generates complete, production-ready code:</a:t>
            </a:r>
            <a:br>
              <a:rPr lang="en-US" sz="400" dirty="0"/>
            </a:br>
            <a:r>
              <a:rPr lang="en-US" sz="400" i="1" dirty="0">
                <a:latin typeface="Courier"/>
              </a:rPr>
              <a:t>/*</a:t>
            </a:r>
            <a:br>
              <a:rPr lang="en-US" sz="400" dirty="0"/>
            </a:br>
            <a:r>
              <a:rPr lang="en-US" sz="400" i="1" dirty="0">
                <a:latin typeface="Courier"/>
              </a:rPr>
              <a:t>const { test, expect } = require('@playwright/test');</a:t>
            </a:r>
            <a:br>
              <a:rPr lang="en-US" sz="400" dirty="0"/>
            </a:br>
            <a:r>
              <a:rPr lang="en-US" sz="400" i="1" dirty="0">
                <a:latin typeface="Courier"/>
              </a:rPr>
              <a:t>const </a:t>
            </a:r>
            <a:r>
              <a:rPr lang="en-US" sz="400" i="1" dirty="0" err="1">
                <a:latin typeface="Courier"/>
              </a:rPr>
              <a:t>AIPage</a:t>
            </a:r>
            <a:r>
              <a:rPr lang="en-US" sz="400" i="1" dirty="0">
                <a:latin typeface="Courier"/>
              </a:rPr>
              <a:t> = require('../core/ai-page');</a:t>
            </a:r>
            <a:br>
              <a:rPr lang="en-US" sz="400" dirty="0"/>
            </a:br>
            <a:br>
              <a:rPr lang="en-US" sz="400" dirty="0"/>
            </a:br>
            <a:r>
              <a:rPr lang="en-US" sz="400" i="1" dirty="0" err="1">
                <a:latin typeface="Courier"/>
              </a:rPr>
              <a:t>test.describe</a:t>
            </a:r>
            <a:r>
              <a:rPr lang="en-US" sz="400" i="1" dirty="0">
                <a:latin typeface="Courier"/>
              </a:rPr>
              <a:t>('User Profile Update', () =&gt; {</a:t>
            </a:r>
            <a:br>
              <a:rPr lang="en-US" sz="400" dirty="0"/>
            </a:br>
            <a:r>
              <a:rPr lang="en-US" sz="400" i="1" dirty="0">
                <a:latin typeface="Courier"/>
              </a:rPr>
              <a:t>  test('should update profile successfully', async ({ page }) =&gt; {</a:t>
            </a:r>
            <a:br>
              <a:rPr lang="en-US" sz="400" dirty="0"/>
            </a:br>
            <a:r>
              <a:rPr lang="en-US" sz="400" i="1" dirty="0">
                <a:latin typeface="Courier"/>
              </a:rPr>
              <a:t>    const </a:t>
            </a:r>
            <a:r>
              <a:rPr lang="en-US" sz="400" i="1" dirty="0" err="1">
                <a:latin typeface="Courier"/>
              </a:rPr>
              <a:t>aiPage</a:t>
            </a:r>
            <a:r>
              <a:rPr lang="en-US" sz="400" i="1" dirty="0">
                <a:latin typeface="Courier"/>
              </a:rPr>
              <a:t> = new </a:t>
            </a:r>
            <a:r>
              <a:rPr lang="en-US" sz="400" i="1" dirty="0" err="1">
                <a:latin typeface="Courier"/>
              </a:rPr>
              <a:t>AIPage</a:t>
            </a:r>
            <a:r>
              <a:rPr lang="en-US" sz="400" i="1" dirty="0">
                <a:latin typeface="Courier"/>
              </a:rPr>
              <a:t>(page);</a:t>
            </a:r>
            <a:br>
              <a:rPr lang="en-US" sz="400" dirty="0"/>
            </a:br>
            <a:r>
              <a:rPr lang="en-US" sz="400" i="1" dirty="0">
                <a:latin typeface="Courier"/>
              </a:rPr>
              <a:t>    </a:t>
            </a:r>
            <a:br>
              <a:rPr lang="en-US" sz="400" dirty="0"/>
            </a:br>
            <a:r>
              <a:rPr lang="en-US" sz="400" i="1" dirty="0">
                <a:latin typeface="Courier"/>
              </a:rPr>
              <a:t>    // Navigate to profile page</a:t>
            </a:r>
            <a:br>
              <a:rPr lang="en-US" sz="400" dirty="0"/>
            </a:br>
            <a:r>
              <a:rPr lang="en-US" sz="400" i="1" dirty="0">
                <a:latin typeface="Courier"/>
              </a:rPr>
              <a:t>    await </a:t>
            </a:r>
            <a:r>
              <a:rPr lang="en-US" sz="400" i="1" dirty="0" err="1">
                <a:latin typeface="Courier"/>
              </a:rPr>
              <a:t>aiPage.navigateTo</a:t>
            </a:r>
            <a:r>
              <a:rPr lang="en-US" sz="400" i="1" dirty="0">
                <a:latin typeface="Courier"/>
              </a:rPr>
              <a:t>('https://app.example.com/profile');</a:t>
            </a:r>
            <a:br>
              <a:rPr lang="en-US" sz="400" dirty="0"/>
            </a:br>
            <a:r>
              <a:rPr lang="en-US" sz="400" i="1" dirty="0">
                <a:latin typeface="Courier"/>
              </a:rPr>
              <a:t>    </a:t>
            </a:r>
            <a:br>
              <a:rPr lang="en-US" sz="400" dirty="0"/>
            </a:br>
            <a:r>
              <a:rPr lang="en-US" sz="400" i="1" dirty="0">
                <a:latin typeface="Courier"/>
              </a:rPr>
              <a:t>    // Update fields</a:t>
            </a:r>
            <a:br>
              <a:rPr lang="en-US" sz="400" dirty="0"/>
            </a:br>
            <a:r>
              <a:rPr lang="en-US" sz="400" i="1" dirty="0">
                <a:latin typeface="Courier"/>
              </a:rPr>
              <a:t>    await </a:t>
            </a:r>
            <a:r>
              <a:rPr lang="en-US" sz="400" i="1" dirty="0" err="1">
                <a:latin typeface="Courier"/>
              </a:rPr>
              <a:t>aiPage.fillField</a:t>
            </a:r>
            <a:r>
              <a:rPr lang="en-US" sz="400" i="1" dirty="0">
                <a:latin typeface="Courier"/>
              </a:rPr>
              <a:t>('first name', 'John');</a:t>
            </a:r>
            <a:br>
              <a:rPr lang="en-US" sz="400" dirty="0"/>
            </a:br>
            <a:r>
              <a:rPr lang="en-US" sz="400" i="1" dirty="0">
                <a:latin typeface="Courier"/>
              </a:rPr>
              <a:t>    await </a:t>
            </a:r>
            <a:r>
              <a:rPr lang="en-US" sz="400" i="1" dirty="0" err="1">
                <a:latin typeface="Courier"/>
              </a:rPr>
              <a:t>aiPage.fillField</a:t>
            </a:r>
            <a:r>
              <a:rPr lang="en-US" sz="400" i="1" dirty="0">
                <a:latin typeface="Courier"/>
              </a:rPr>
              <a:t>('last name', 'Doe');</a:t>
            </a:r>
            <a:br>
              <a:rPr lang="en-US" sz="400" dirty="0"/>
            </a:br>
            <a:r>
              <a:rPr lang="en-US" sz="400" i="1" dirty="0">
                <a:latin typeface="Courier"/>
              </a:rPr>
              <a:t>    await </a:t>
            </a:r>
            <a:r>
              <a:rPr lang="en-US" sz="400" i="1" dirty="0" err="1">
                <a:latin typeface="Courier"/>
              </a:rPr>
              <a:t>aiPage.fillField</a:t>
            </a:r>
            <a:r>
              <a:rPr lang="en-US" sz="400" i="1" dirty="0">
                <a:latin typeface="Courier"/>
              </a:rPr>
              <a:t>('phone', '555-1234');</a:t>
            </a:r>
            <a:br>
              <a:rPr lang="en-US" sz="400" dirty="0"/>
            </a:br>
            <a:r>
              <a:rPr lang="en-US" sz="400" i="1" dirty="0">
                <a:latin typeface="Courier"/>
              </a:rPr>
              <a:t>    </a:t>
            </a:r>
            <a:br>
              <a:rPr lang="en-US" sz="400" dirty="0"/>
            </a:br>
            <a:r>
              <a:rPr lang="en-US" sz="400" i="1" dirty="0">
                <a:latin typeface="Courier"/>
              </a:rPr>
              <a:t>    // Save changes</a:t>
            </a:r>
            <a:br>
              <a:rPr lang="en-US" sz="400" dirty="0"/>
            </a:br>
            <a:r>
              <a:rPr lang="en-US" sz="400" i="1" dirty="0">
                <a:latin typeface="Courier"/>
              </a:rPr>
              <a:t>    await </a:t>
            </a:r>
            <a:r>
              <a:rPr lang="en-US" sz="400" i="1" dirty="0" err="1">
                <a:latin typeface="Courier"/>
              </a:rPr>
              <a:t>aiPage.clickElement</a:t>
            </a:r>
            <a:r>
              <a:rPr lang="en-US" sz="400" i="1" dirty="0">
                <a:latin typeface="Courier"/>
              </a:rPr>
              <a:t>('save button');</a:t>
            </a:r>
            <a:br>
              <a:rPr lang="en-US" sz="400" dirty="0"/>
            </a:br>
            <a:r>
              <a:rPr lang="en-US" sz="400" i="1" dirty="0">
                <a:latin typeface="Courier"/>
              </a:rPr>
              <a:t>    </a:t>
            </a:r>
            <a:br>
              <a:rPr lang="en-US" sz="400" dirty="0"/>
            </a:br>
            <a:r>
              <a:rPr lang="en-US" sz="400" i="1" dirty="0">
                <a:latin typeface="Courier"/>
              </a:rPr>
              <a:t>    // Verify success</a:t>
            </a:r>
            <a:br>
              <a:rPr lang="en-US" sz="400" dirty="0"/>
            </a:br>
            <a:r>
              <a:rPr lang="en-US" sz="400" i="1" dirty="0">
                <a:latin typeface="Courier"/>
              </a:rPr>
              <a:t>    await expect(</a:t>
            </a:r>
            <a:r>
              <a:rPr lang="en-US" sz="400" i="1" dirty="0" err="1">
                <a:latin typeface="Courier"/>
              </a:rPr>
              <a:t>page.locator</a:t>
            </a:r>
            <a:r>
              <a:rPr lang="en-US" sz="400" i="1" dirty="0">
                <a:latin typeface="Courier"/>
              </a:rPr>
              <a:t>('.success-message')).</a:t>
            </a:r>
            <a:r>
              <a:rPr lang="en-US" sz="400" i="1" dirty="0" err="1">
                <a:latin typeface="Courier"/>
              </a:rPr>
              <a:t>toBeVisible</a:t>
            </a:r>
            <a:r>
              <a:rPr lang="en-US" sz="400" i="1" dirty="0">
                <a:latin typeface="Courier"/>
              </a:rPr>
              <a:t>();</a:t>
            </a:r>
            <a:br>
              <a:rPr lang="en-US" sz="400" dirty="0"/>
            </a:br>
            <a:r>
              <a:rPr lang="en-US" sz="400" i="1" dirty="0">
                <a:latin typeface="Courier"/>
              </a:rPr>
              <a:t>    await expect(</a:t>
            </a:r>
            <a:r>
              <a:rPr lang="en-US" sz="400" i="1" dirty="0" err="1">
                <a:latin typeface="Courier"/>
              </a:rPr>
              <a:t>page.locator</a:t>
            </a:r>
            <a:r>
              <a:rPr lang="en-US" sz="400" i="1" dirty="0">
                <a:latin typeface="Courier"/>
              </a:rPr>
              <a:t>('.profile-name')).</a:t>
            </a:r>
            <a:r>
              <a:rPr lang="en-US" sz="400" i="1" dirty="0" err="1">
                <a:latin typeface="Courier"/>
              </a:rPr>
              <a:t>toHaveText</a:t>
            </a:r>
            <a:r>
              <a:rPr lang="en-US" sz="400" i="1" dirty="0">
                <a:latin typeface="Courier"/>
              </a:rPr>
              <a:t>('John Doe');</a:t>
            </a:r>
            <a:br>
              <a:rPr lang="en-US" sz="400" dirty="0"/>
            </a:br>
            <a:r>
              <a:rPr lang="en-US" sz="400" i="1" dirty="0">
                <a:latin typeface="Courier"/>
              </a:rPr>
              <a:t>  });</a:t>
            </a:r>
            <a:br>
              <a:rPr lang="en-US" sz="400" dirty="0"/>
            </a:br>
            <a:r>
              <a:rPr lang="en-US" sz="400" i="1" dirty="0">
                <a:latin typeface="Courier"/>
              </a:rPr>
              <a:t>});</a:t>
            </a:r>
            <a:br>
              <a:rPr lang="en-US" sz="400" dirty="0"/>
            </a:br>
            <a:r>
              <a:rPr lang="en-US" sz="400" i="1" dirty="0">
                <a:latin typeface="Courier"/>
              </a:rPr>
              <a:t>*/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440141"/>
            <a:ext cx="317257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🎓 Easy Learning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487110"/>
            <a:ext cx="3646835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900" b="1"/>
              <a:t>For Manual Testers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900" i="1">
                <a:latin typeface="Courier"/>
              </a:rPr>
              <a:t>// If you can write this English:</a:t>
            </a:r>
            <a:br>
              <a:rPr lang="en-US" sz="900"/>
            </a:br>
            <a:r>
              <a:rPr lang="en-US" sz="900">
                <a:latin typeface="Courier"/>
              </a:rPr>
              <a:t>"Click the login button"</a:t>
            </a:r>
            <a:br>
              <a:rPr lang="en-US" sz="900"/>
            </a:br>
            <a:br>
              <a:rPr lang="en-US" sz="900"/>
            </a:br>
            <a:r>
              <a:rPr lang="en-US" sz="900" i="1">
                <a:latin typeface="Courier"/>
              </a:rPr>
              <a:t>// You can write this code:</a:t>
            </a:r>
            <a:br>
              <a:rPr lang="en-US" sz="900"/>
            </a:br>
            <a:r>
              <a:rPr lang="en-US" sz="900" b="1">
                <a:latin typeface="Courier"/>
              </a:rPr>
              <a:t>await</a:t>
            </a:r>
            <a:r>
              <a:rPr lang="en-US" sz="900">
                <a:latin typeface="Courier"/>
              </a:rPr>
              <a:t> aiPage.clickElement('login button');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900" b="1"/>
              <a:t>For Automation Engineers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900" i="1">
                <a:latin typeface="Courier"/>
              </a:rPr>
              <a:t>// Use standard Playwright when you need precision</a:t>
            </a:r>
            <a:br>
              <a:rPr lang="en-US" sz="900"/>
            </a:br>
            <a:r>
              <a:rPr lang="en-US" sz="900" b="1">
                <a:latin typeface="Courier"/>
              </a:rPr>
              <a:t>await</a:t>
            </a:r>
            <a:r>
              <a:rPr lang="en-US" sz="900">
                <a:latin typeface="Courier"/>
              </a:rPr>
              <a:t> page.click('#specific-element-id');</a:t>
            </a:r>
            <a:br>
              <a:rPr lang="en-US" sz="900"/>
            </a:br>
            <a:br>
              <a:rPr lang="en-US" sz="900"/>
            </a:br>
            <a:r>
              <a:rPr lang="en-US" sz="900" i="1">
                <a:latin typeface="Courier"/>
              </a:rPr>
              <a:t>// Use AI when you need resilience  </a:t>
            </a:r>
            <a:br>
              <a:rPr lang="en-US" sz="900"/>
            </a:br>
            <a:r>
              <a:rPr lang="en-US" sz="900" b="1">
                <a:latin typeface="Courier"/>
              </a:rPr>
              <a:t>await</a:t>
            </a:r>
            <a:r>
              <a:rPr lang="en-US" sz="900">
                <a:latin typeface="Courier"/>
              </a:rPr>
              <a:t> aiPage.clickElement('submit form');</a:t>
            </a:r>
            <a:br>
              <a:rPr lang="en-US" sz="900"/>
            </a:br>
            <a:br>
              <a:rPr lang="en-US" sz="900"/>
            </a:br>
            <a:r>
              <a:rPr lang="en-US" sz="900" i="1">
                <a:latin typeface="Courier"/>
              </a:rPr>
              <a:t>// Mix and match!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900" b="1"/>
              <a:t>For Managers</a:t>
            </a:r>
          </a:p>
          <a:p>
            <a:pPr lvl="0">
              <a:lnSpc>
                <a:spcPct val="90000"/>
              </a:lnSpc>
            </a:pPr>
            <a:r>
              <a:rPr lang="en-US" sz="900"/>
              <a:t>✅ No AI expertise required</a:t>
            </a:r>
          </a:p>
          <a:p>
            <a:pPr lvl="0">
              <a:lnSpc>
                <a:spcPct val="90000"/>
              </a:lnSpc>
            </a:pPr>
            <a:r>
              <a:rPr lang="en-US" sz="900"/>
              <a:t>✅ No machine learning background needed</a:t>
            </a:r>
          </a:p>
          <a:p>
            <a:pPr lvl="0">
              <a:lnSpc>
                <a:spcPct val="90000"/>
              </a:lnSpc>
            </a:pPr>
            <a:r>
              <a:rPr lang="en-US" sz="900"/>
              <a:t>✅ Normal Playwright knowledge sufficient</a:t>
            </a:r>
          </a:p>
          <a:p>
            <a:pPr lvl="0">
              <a:lnSpc>
                <a:spcPct val="90000"/>
              </a:lnSpc>
            </a:pPr>
            <a:r>
              <a:rPr lang="en-US" sz="900"/>
              <a:t>✅ Framework handles AI complexity</a:t>
            </a:r>
          </a:p>
          <a:p>
            <a:pPr lvl="0">
              <a:lnSpc>
                <a:spcPct val="90000"/>
              </a:lnSpc>
            </a:pPr>
            <a:r>
              <a:rPr lang="en-US" sz="900"/>
              <a:t>✅ Team productive in 1 day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440141"/>
            <a:ext cx="317257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🚀 Getting Started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487110"/>
            <a:ext cx="3646835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900" b="1"/>
              <a:t>Option 1: Free AI (Recommended)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900" i="1">
                <a:latin typeface="Courier"/>
              </a:rPr>
              <a:t># Step 1: Install Ollama (2 min)</a:t>
            </a:r>
            <a:br>
              <a:rPr lang="en-US" sz="900"/>
            </a:br>
            <a:r>
              <a:rPr lang="en-US" sz="900">
                <a:latin typeface="Courier"/>
              </a:rPr>
              <a:t>winget install Ollama.Ollama</a:t>
            </a:r>
            <a:br>
              <a:rPr lang="en-US" sz="900"/>
            </a:br>
            <a:br>
              <a:rPr lang="en-US" sz="900"/>
            </a:br>
            <a:r>
              <a:rPr lang="en-US" sz="900" i="1">
                <a:latin typeface="Courier"/>
              </a:rPr>
              <a:t># Step 2: Download model (2 min)</a:t>
            </a:r>
            <a:br>
              <a:rPr lang="en-US" sz="900"/>
            </a:br>
            <a:r>
              <a:rPr lang="en-US" sz="900">
                <a:latin typeface="Courier"/>
              </a:rPr>
              <a:t>ollama pull llama3.2:3b</a:t>
            </a:r>
            <a:br>
              <a:rPr lang="en-US" sz="900"/>
            </a:br>
            <a:br>
              <a:rPr lang="en-US" sz="900"/>
            </a:br>
            <a:r>
              <a:rPr lang="en-US" sz="900" i="1">
                <a:latin typeface="Courier"/>
              </a:rPr>
              <a:t># Step 3: Clone framework (1 min)</a:t>
            </a:r>
            <a:br>
              <a:rPr lang="en-US" sz="900"/>
            </a:br>
            <a:r>
              <a:rPr lang="en-US" sz="900">
                <a:latin typeface="Courier"/>
              </a:rPr>
              <a:t>git clone &lt;your-repo-url&gt;</a:t>
            </a:r>
            <a:br>
              <a:rPr lang="en-US" sz="900"/>
            </a:br>
            <a:r>
              <a:rPr lang="en-US" sz="900">
                <a:latin typeface="Courier"/>
              </a:rPr>
              <a:t>cd playwright-ai-framework</a:t>
            </a:r>
            <a:br>
              <a:rPr lang="en-US" sz="900"/>
            </a:br>
            <a:r>
              <a:rPr lang="en-US" sz="900">
                <a:latin typeface="Courier"/>
              </a:rPr>
              <a:t>npm install</a:t>
            </a:r>
            <a:br>
              <a:rPr lang="en-US" sz="900"/>
            </a:br>
            <a:br>
              <a:rPr lang="en-US" sz="900"/>
            </a:br>
            <a:r>
              <a:rPr lang="en-US" sz="900" i="1">
                <a:latin typeface="Courier"/>
              </a:rPr>
              <a:t># Step 4: Configure</a:t>
            </a:r>
            <a:br>
              <a:rPr lang="en-US" sz="900"/>
            </a:br>
            <a:r>
              <a:rPr lang="en-US" sz="900">
                <a:latin typeface="Courier"/>
              </a:rPr>
              <a:t>echo "AI_PROVIDER=local" &gt; .env</a:t>
            </a:r>
            <a:br>
              <a:rPr lang="en-US" sz="900"/>
            </a:br>
            <a:br>
              <a:rPr lang="en-US" sz="900"/>
            </a:br>
            <a:r>
              <a:rPr lang="en-US" sz="900" i="1">
                <a:latin typeface="Courier"/>
              </a:rPr>
              <a:t># Step 5: Run tests</a:t>
            </a:r>
            <a:br>
              <a:rPr lang="en-US" sz="900"/>
            </a:br>
            <a:r>
              <a:rPr lang="en-US" sz="900">
                <a:latin typeface="Courier"/>
              </a:rPr>
              <a:t>npm test</a:t>
            </a:r>
            <a:br>
              <a:rPr lang="en-US" sz="900"/>
            </a:br>
            <a:br>
              <a:rPr lang="en-US" sz="900"/>
            </a:br>
            <a:r>
              <a:rPr lang="en-US" sz="900" i="1">
                <a:latin typeface="Courier"/>
              </a:rPr>
              <a:t># ✅ Done! AI-powered testing ready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900" b="1"/>
              <a:t>Option 2: Cloud AI (Anthropic Claude)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900" i="1">
                <a:latin typeface="Courier"/>
              </a:rPr>
              <a:t># Step 1: Get API key (free tier available)</a:t>
            </a:r>
            <a:br>
              <a:rPr lang="en-US" sz="900"/>
            </a:br>
            <a:r>
              <a:rPr lang="en-US" sz="900" i="1">
                <a:latin typeface="Courier"/>
              </a:rPr>
              <a:t># Visit: https://console.anthropic.com</a:t>
            </a:r>
            <a:br>
              <a:rPr lang="en-US" sz="900"/>
            </a:br>
            <a:br>
              <a:rPr lang="en-US" sz="900"/>
            </a:br>
            <a:r>
              <a:rPr lang="en-US" sz="900" i="1">
                <a:latin typeface="Courier"/>
              </a:rPr>
              <a:t># Step 2: Same as above, then:</a:t>
            </a:r>
            <a:br>
              <a:rPr lang="en-US" sz="900"/>
            </a:br>
            <a:r>
              <a:rPr lang="en-US" sz="900">
                <a:latin typeface="Courier"/>
              </a:rPr>
              <a:t>echo "AI_PROVIDER=anthropic" &gt; .env</a:t>
            </a:r>
            <a:br>
              <a:rPr lang="en-US" sz="900"/>
            </a:br>
            <a:r>
              <a:rPr lang="en-US" sz="900">
                <a:latin typeface="Courier"/>
              </a:rPr>
              <a:t>echo "ANTHROPIC_API_KEY=your_key" &gt;&gt; .env</a:t>
            </a:r>
            <a:br>
              <a:rPr lang="en-US" sz="900"/>
            </a:br>
            <a:br>
              <a:rPr lang="en-US" sz="900"/>
            </a:br>
            <a:r>
              <a:rPr lang="en-US" sz="900" i="1">
                <a:latin typeface="Courier"/>
              </a:rPr>
              <a:t># ✅ Done!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2600">
                <a:solidFill>
                  <a:srgbClr val="FFFFFF"/>
                </a:solidFill>
              </a:rPr>
              <a:t>📚 Comprehensive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600" b="1"/>
              <a:t>Included Guides (20+ Documents)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600" b="1"/>
              <a:t>Quick Start</a:t>
            </a:r>
          </a:p>
          <a:p>
            <a:pPr lvl="0">
              <a:lnSpc>
                <a:spcPct val="90000"/>
              </a:lnSpc>
            </a:pPr>
            <a:r>
              <a:rPr lang="en-US" sz="600"/>
              <a:t>✅ </a:t>
            </a:r>
            <a:r>
              <a:rPr lang="en-US" sz="600">
                <a:latin typeface="Courier"/>
              </a:rPr>
              <a:t>QUICKSTART.md</a:t>
            </a:r>
            <a:r>
              <a:rPr lang="en-US" sz="600"/>
              <a:t> - Running in 5 minutes</a:t>
            </a:r>
          </a:p>
          <a:p>
            <a:pPr lvl="0">
              <a:lnSpc>
                <a:spcPct val="90000"/>
              </a:lnSpc>
            </a:pPr>
            <a:r>
              <a:rPr lang="en-US" sz="600"/>
              <a:t>✅ </a:t>
            </a:r>
            <a:r>
              <a:rPr lang="en-US" sz="600">
                <a:latin typeface="Courier"/>
              </a:rPr>
              <a:t>QUICK_REFERENCE.md</a:t>
            </a:r>
            <a:r>
              <a:rPr lang="en-US" sz="600"/>
              <a:t> - Common commands</a:t>
            </a:r>
          </a:p>
          <a:p>
            <a:pPr lvl="0">
              <a:lnSpc>
                <a:spcPct val="90000"/>
              </a:lnSpc>
            </a:pPr>
            <a:r>
              <a:rPr lang="en-US" sz="600"/>
              <a:t>✅ </a:t>
            </a:r>
            <a:r>
              <a:rPr lang="en-US" sz="600">
                <a:latin typeface="Courier"/>
              </a:rPr>
              <a:t>EXAMPLES.md</a:t>
            </a:r>
            <a:r>
              <a:rPr lang="en-US" sz="600"/>
              <a:t> - 50+ code examples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600" b="1"/>
              <a:t>Test Agents</a:t>
            </a:r>
          </a:p>
          <a:p>
            <a:pPr lvl="0">
              <a:lnSpc>
                <a:spcPct val="90000"/>
              </a:lnSpc>
            </a:pPr>
            <a:r>
              <a:rPr lang="en-US" sz="600"/>
              <a:t>✅ </a:t>
            </a:r>
            <a:r>
              <a:rPr lang="en-US" sz="600">
                <a:latin typeface="Courier"/>
              </a:rPr>
              <a:t>TEST_AGENTS_GUIDE.md</a:t>
            </a:r>
            <a:r>
              <a:rPr lang="en-US" sz="600"/>
              <a:t> - Complete agent documentation</a:t>
            </a:r>
          </a:p>
          <a:p>
            <a:pPr lvl="0">
              <a:lnSpc>
                <a:spcPct val="90000"/>
              </a:lnSpc>
            </a:pPr>
            <a:r>
              <a:rPr lang="en-US" sz="600"/>
              <a:t>✅ </a:t>
            </a:r>
            <a:r>
              <a:rPr lang="en-US" sz="600">
                <a:latin typeface="Courier"/>
              </a:rPr>
              <a:t>TEST_AGENTS_QUICK_REF.md</a:t>
            </a:r>
            <a:r>
              <a:rPr lang="en-US" sz="600"/>
              <a:t> - Agent cheat sheet</a:t>
            </a:r>
          </a:p>
          <a:p>
            <a:pPr lvl="0">
              <a:lnSpc>
                <a:spcPct val="90000"/>
              </a:lnSpc>
            </a:pPr>
            <a:r>
              <a:rPr lang="en-US" sz="600"/>
              <a:t>✅ </a:t>
            </a:r>
            <a:r>
              <a:rPr lang="en-US" sz="600">
                <a:latin typeface="Courier"/>
              </a:rPr>
              <a:t>PLAN_TO_CODE_GUIDE.md</a:t>
            </a:r>
            <a:r>
              <a:rPr lang="en-US" sz="600"/>
              <a:t> - Plan → Code workflow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600" b="1"/>
              <a:t>Setup &amp; Configuration</a:t>
            </a:r>
          </a:p>
          <a:p>
            <a:pPr lvl="0">
              <a:lnSpc>
                <a:spcPct val="90000"/>
              </a:lnSpc>
            </a:pPr>
            <a:r>
              <a:rPr lang="en-US" sz="600"/>
              <a:t>✅ </a:t>
            </a:r>
            <a:r>
              <a:rPr lang="en-US" sz="600">
                <a:latin typeface="Courier"/>
              </a:rPr>
              <a:t>ARCHITECTURE.md</a:t>
            </a:r>
            <a:r>
              <a:rPr lang="en-US" sz="600"/>
              <a:t> - Complete system guide</a:t>
            </a:r>
          </a:p>
          <a:p>
            <a:pPr lvl="0">
              <a:lnSpc>
                <a:spcPct val="90000"/>
              </a:lnSpc>
            </a:pPr>
            <a:r>
              <a:rPr lang="en-US" sz="600"/>
              <a:t>✅ </a:t>
            </a:r>
            <a:r>
              <a:rPr lang="en-US" sz="600">
                <a:latin typeface="Courier"/>
              </a:rPr>
              <a:t>LOCAL_LLM_SETUP.md</a:t>
            </a:r>
            <a:r>
              <a:rPr lang="en-US" sz="600"/>
              <a:t> - Free AI setup</a:t>
            </a:r>
          </a:p>
          <a:p>
            <a:pPr lvl="0">
              <a:lnSpc>
                <a:spcPct val="90000"/>
              </a:lnSpc>
            </a:pPr>
            <a:r>
              <a:rPr lang="en-US" sz="600"/>
              <a:t>✅ </a:t>
            </a:r>
            <a:r>
              <a:rPr lang="en-US" sz="600">
                <a:latin typeface="Courier"/>
              </a:rPr>
              <a:t>SECRETS_SETUP.md</a:t>
            </a:r>
            <a:r>
              <a:rPr lang="en-US" sz="600"/>
              <a:t> - Environment variables</a:t>
            </a:r>
          </a:p>
          <a:p>
            <a:pPr lvl="0">
              <a:lnSpc>
                <a:spcPct val="90000"/>
              </a:lnSpc>
            </a:pPr>
            <a:r>
              <a:rPr lang="en-US" sz="600"/>
              <a:t>✅ </a:t>
            </a:r>
            <a:r>
              <a:rPr lang="en-US" sz="600">
                <a:latin typeface="Courier"/>
              </a:rPr>
              <a:t>GITHUB_ACTIONS_SETUP.md</a:t>
            </a:r>
            <a:r>
              <a:rPr lang="en-US" sz="600"/>
              <a:t> - CI/CD automation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600" b="1"/>
              <a:t>Team Resources</a:t>
            </a:r>
          </a:p>
          <a:p>
            <a:pPr lvl="0">
              <a:lnSpc>
                <a:spcPct val="90000"/>
              </a:lnSpc>
            </a:pPr>
            <a:r>
              <a:rPr lang="en-US" sz="600"/>
              <a:t>✅ </a:t>
            </a:r>
            <a:r>
              <a:rPr lang="en-US" sz="600">
                <a:latin typeface="Courier"/>
              </a:rPr>
              <a:t>TEAM_ONBOARDING.md</a:t>
            </a:r>
            <a:r>
              <a:rPr lang="en-US" sz="600"/>
              <a:t> - New team member guide</a:t>
            </a:r>
          </a:p>
          <a:p>
            <a:pPr lvl="0">
              <a:lnSpc>
                <a:spcPct val="90000"/>
              </a:lnSpc>
            </a:pPr>
            <a:r>
              <a:rPr lang="en-US" sz="600"/>
              <a:t>✅ </a:t>
            </a:r>
            <a:r>
              <a:rPr lang="en-US" sz="600">
                <a:latin typeface="Courier"/>
              </a:rPr>
              <a:t>TEAM_PRESENTATION.md</a:t>
            </a:r>
            <a:r>
              <a:rPr lang="en-US" sz="600"/>
              <a:t> - Team overview</a:t>
            </a:r>
          </a:p>
          <a:p>
            <a:pPr lvl="0">
              <a:lnSpc>
                <a:spcPct val="90000"/>
              </a:lnSpc>
            </a:pPr>
            <a:r>
              <a:rPr lang="en-US" sz="600"/>
              <a:t>✅ </a:t>
            </a:r>
            <a:r>
              <a:rPr lang="en-US" sz="600">
                <a:latin typeface="Courier"/>
              </a:rPr>
              <a:t>IMPLEMENTATION_SUMMARY.md</a:t>
            </a:r>
            <a:r>
              <a:rPr lang="en-US" sz="600"/>
              <a:t> - What’s included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600" b="1"/>
              <a:t>Generated Content</a:t>
            </a:r>
          </a:p>
          <a:p>
            <a:pPr lvl="0">
              <a:lnSpc>
                <a:spcPct val="90000"/>
              </a:lnSpc>
            </a:pPr>
            <a:r>
              <a:rPr lang="en-US" sz="600"/>
              <a:t>✅ </a:t>
            </a:r>
            <a:r>
              <a:rPr lang="en-US" sz="600">
                <a:latin typeface="Courier"/>
              </a:rPr>
              <a:t>GENERATED_TESTS_README.md</a:t>
            </a:r>
            <a:r>
              <a:rPr lang="en-US" sz="600"/>
              <a:t> - Using generated tests</a:t>
            </a:r>
          </a:p>
          <a:p>
            <a:pPr lvl="0">
              <a:lnSpc>
                <a:spcPct val="90000"/>
              </a:lnSpc>
            </a:pPr>
            <a:r>
              <a:rPr lang="en-US" sz="600"/>
              <a:t>✅ Auto-generated test examples</a:t>
            </a:r>
          </a:p>
          <a:p>
            <a:pPr lvl="0">
              <a:lnSpc>
                <a:spcPct val="90000"/>
              </a:lnSpc>
            </a:pPr>
            <a:r>
              <a:rPr lang="en-US" sz="600"/>
              <a:t>✅ Sample test suites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440141"/>
            <a:ext cx="317257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🔒 Enterprise Security &amp;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487110"/>
            <a:ext cx="3646835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100" b="1"/>
              <a:t>Data Privacy</a:t>
            </a:r>
          </a:p>
          <a:p>
            <a:pPr lvl="0">
              <a:lnSpc>
                <a:spcPct val="90000"/>
              </a:lnSpc>
            </a:pPr>
            <a:r>
              <a:rPr lang="en-US" sz="1100"/>
              <a:t>✅ </a:t>
            </a:r>
            <a:r>
              <a:rPr lang="en-US" sz="1100" b="1"/>
              <a:t>Local LLM option</a:t>
            </a:r>
            <a:r>
              <a:rPr lang="en-US" sz="1100"/>
              <a:t>: Data never leaves your network</a:t>
            </a:r>
          </a:p>
          <a:p>
            <a:pPr lvl="0">
              <a:lnSpc>
                <a:spcPct val="90000"/>
              </a:lnSpc>
            </a:pPr>
            <a:r>
              <a:rPr lang="en-US" sz="1100"/>
              <a:t>✅ </a:t>
            </a:r>
            <a:r>
              <a:rPr lang="en-US" sz="1100" b="1"/>
              <a:t>On-premise deployment</a:t>
            </a:r>
            <a:r>
              <a:rPr lang="en-US" sz="1100"/>
              <a:t>: Full control</a:t>
            </a:r>
          </a:p>
          <a:p>
            <a:pPr lvl="0">
              <a:lnSpc>
                <a:spcPct val="90000"/>
              </a:lnSpc>
            </a:pPr>
            <a:r>
              <a:rPr lang="en-US" sz="1100"/>
              <a:t>✅ </a:t>
            </a:r>
            <a:r>
              <a:rPr lang="en-US" sz="1100" b="1"/>
              <a:t>No data retention</a:t>
            </a:r>
            <a:r>
              <a:rPr lang="en-US" sz="1100"/>
              <a:t>: AI doesn’t store your tests</a:t>
            </a:r>
          </a:p>
          <a:p>
            <a:pPr lvl="0">
              <a:lnSpc>
                <a:spcPct val="90000"/>
              </a:lnSpc>
            </a:pPr>
            <a:r>
              <a:rPr lang="en-US" sz="1100"/>
              <a:t>✅ </a:t>
            </a:r>
            <a:r>
              <a:rPr lang="en-US" sz="1100" b="1"/>
              <a:t>GDPR compliant</a:t>
            </a:r>
            <a:r>
              <a:rPr lang="en-US" sz="1100"/>
              <a:t>: Privacy by design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100" b="1"/>
              <a:t>Security Features</a:t>
            </a:r>
          </a:p>
          <a:p>
            <a:pPr lvl="0">
              <a:lnSpc>
                <a:spcPct val="90000"/>
              </a:lnSpc>
            </a:pPr>
            <a:r>
              <a:rPr lang="en-US" sz="1100"/>
              <a:t>✅ Secrets management (never commit credentials)</a:t>
            </a:r>
          </a:p>
          <a:p>
            <a:pPr lvl="0">
              <a:lnSpc>
                <a:spcPct val="90000"/>
              </a:lnSpc>
            </a:pPr>
            <a:r>
              <a:rPr lang="en-US" sz="1100"/>
              <a:t>✅ Environment variable encryption</a:t>
            </a:r>
          </a:p>
          <a:p>
            <a:pPr lvl="0">
              <a:lnSpc>
                <a:spcPct val="90000"/>
              </a:lnSpc>
            </a:pPr>
            <a:r>
              <a:rPr lang="en-US" sz="1100"/>
              <a:t>✅ Secure CI/CD workflows</a:t>
            </a:r>
          </a:p>
          <a:p>
            <a:pPr lvl="0">
              <a:lnSpc>
                <a:spcPct val="90000"/>
              </a:lnSpc>
            </a:pPr>
            <a:r>
              <a:rPr lang="en-US" sz="1100"/>
              <a:t>✅ Role-based access control ready</a:t>
            </a:r>
          </a:p>
          <a:p>
            <a:pPr lvl="0">
              <a:lnSpc>
                <a:spcPct val="90000"/>
              </a:lnSpc>
            </a:pPr>
            <a:r>
              <a:rPr lang="en-US" sz="1100"/>
              <a:t>✅ Audit logging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100" b="1"/>
              <a:t>Compliance</a:t>
            </a:r>
          </a:p>
          <a:p>
            <a:pPr lvl="0">
              <a:lnSpc>
                <a:spcPct val="90000"/>
              </a:lnSpc>
            </a:pPr>
            <a:r>
              <a:rPr lang="en-US" sz="1100"/>
              <a:t>✅ SOC 2 compatible architecture</a:t>
            </a:r>
          </a:p>
          <a:p>
            <a:pPr lvl="0">
              <a:lnSpc>
                <a:spcPct val="90000"/>
              </a:lnSpc>
            </a:pPr>
            <a:r>
              <a:rPr lang="en-US" sz="1100"/>
              <a:t>✅ HIPAA considerations included</a:t>
            </a:r>
          </a:p>
          <a:p>
            <a:pPr lvl="0">
              <a:lnSpc>
                <a:spcPct val="90000"/>
              </a:lnSpc>
            </a:pPr>
            <a:r>
              <a:rPr lang="en-US" sz="1100"/>
              <a:t>✅ Enterprise authentication support</a:t>
            </a:r>
          </a:p>
          <a:p>
            <a:pPr lvl="0">
              <a:lnSpc>
                <a:spcPct val="90000"/>
              </a:lnSpc>
            </a:pPr>
            <a:r>
              <a:rPr lang="en-US" sz="1100"/>
              <a:t>✅ SSO integration ready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440141"/>
            <a:ext cx="317257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it-IT" sz="3000">
                <a:solidFill>
                  <a:srgbClr val="FFFFFF"/>
                </a:solidFill>
              </a:rPr>
              <a:t>🌐 Cloud &amp; CI/CD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487110"/>
            <a:ext cx="3646835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600" b="1"/>
              <a:t>Automated Testing Pipeline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600" i="1">
                <a:latin typeface="Courier"/>
              </a:rPr>
              <a:t># Every git push triggers:</a:t>
            </a:r>
            <a:br>
              <a:rPr lang="en-US" sz="600"/>
            </a:br>
            <a:r>
              <a:rPr lang="en-US" sz="600">
                <a:latin typeface="Courier"/>
              </a:rPr>
              <a:t>┌─────────────────┐</a:t>
            </a:r>
            <a:br>
              <a:rPr lang="en-US" sz="600"/>
            </a:br>
            <a:r>
              <a:rPr lang="en-US" sz="600">
                <a:latin typeface="Courier"/>
              </a:rPr>
              <a:t>│   Code Commit   │</a:t>
            </a:r>
            <a:br>
              <a:rPr lang="en-US" sz="600"/>
            </a:br>
            <a:r>
              <a:rPr lang="en-US" sz="600">
                <a:latin typeface="Courier"/>
              </a:rPr>
              <a:t>└────────┬────────┘</a:t>
            </a:r>
            <a:br>
              <a:rPr lang="en-US" sz="600"/>
            </a:br>
            <a:r>
              <a:rPr lang="en-US" sz="600">
                <a:latin typeface="Courier"/>
              </a:rPr>
              <a:t>         ▼</a:t>
            </a:r>
            <a:br>
              <a:rPr lang="en-US" sz="600"/>
            </a:br>
            <a:r>
              <a:rPr lang="en-US" sz="600">
                <a:latin typeface="Courier"/>
              </a:rPr>
              <a:t>┌─────────────────┐</a:t>
            </a:r>
            <a:br>
              <a:rPr lang="en-US" sz="600"/>
            </a:br>
            <a:r>
              <a:rPr lang="en-US" sz="600">
                <a:latin typeface="Courier"/>
              </a:rPr>
              <a:t>│  GitHub Actions │ ← Automatic trigger</a:t>
            </a:r>
            <a:br>
              <a:rPr lang="en-US" sz="600"/>
            </a:br>
            <a:r>
              <a:rPr lang="en-US" sz="600">
                <a:latin typeface="Courier"/>
              </a:rPr>
              <a:t>└────────┬────────┘</a:t>
            </a:r>
            <a:br>
              <a:rPr lang="en-US" sz="600"/>
            </a:br>
            <a:r>
              <a:rPr lang="en-US" sz="600">
                <a:latin typeface="Courier"/>
              </a:rPr>
              <a:t>         ▼</a:t>
            </a:r>
            <a:br>
              <a:rPr lang="en-US" sz="600"/>
            </a:br>
            <a:r>
              <a:rPr lang="en-US" sz="600">
                <a:latin typeface="Courier"/>
              </a:rPr>
              <a:t>┌─────────────────┐</a:t>
            </a:r>
            <a:br>
              <a:rPr lang="en-US" sz="600"/>
            </a:br>
            <a:r>
              <a:rPr lang="en-US" sz="600">
                <a:latin typeface="Courier"/>
              </a:rPr>
              <a:t>│  Install &amp; Test │ ← Parallel execution</a:t>
            </a:r>
            <a:br>
              <a:rPr lang="en-US" sz="600"/>
            </a:br>
            <a:r>
              <a:rPr lang="en-US" sz="600">
                <a:latin typeface="Courier"/>
              </a:rPr>
              <a:t>│  • Chrome       │</a:t>
            </a:r>
            <a:br>
              <a:rPr lang="en-US" sz="600"/>
            </a:br>
            <a:r>
              <a:rPr lang="en-US" sz="600">
                <a:latin typeface="Courier"/>
              </a:rPr>
              <a:t>│  • Firefox      │</a:t>
            </a:r>
            <a:br>
              <a:rPr lang="en-US" sz="600"/>
            </a:br>
            <a:r>
              <a:rPr lang="en-US" sz="600">
                <a:latin typeface="Courier"/>
              </a:rPr>
              <a:t>│  • Mobile       │</a:t>
            </a:r>
            <a:br>
              <a:rPr lang="en-US" sz="600"/>
            </a:br>
            <a:r>
              <a:rPr lang="en-US" sz="600">
                <a:latin typeface="Courier"/>
              </a:rPr>
              <a:t>└────────┬────────┘</a:t>
            </a:r>
            <a:br>
              <a:rPr lang="en-US" sz="600"/>
            </a:br>
            <a:r>
              <a:rPr lang="en-US" sz="600">
                <a:latin typeface="Courier"/>
              </a:rPr>
              <a:t>         ▼</a:t>
            </a:r>
            <a:br>
              <a:rPr lang="en-US" sz="600"/>
            </a:br>
            <a:r>
              <a:rPr lang="en-US" sz="600">
                <a:latin typeface="Courier"/>
              </a:rPr>
              <a:t>┌─────────────────┐</a:t>
            </a:r>
            <a:br>
              <a:rPr lang="en-US" sz="600"/>
            </a:br>
            <a:r>
              <a:rPr lang="en-US" sz="600">
                <a:latin typeface="Courier"/>
              </a:rPr>
              <a:t>│  AI Analysis    │ ← Failure detection</a:t>
            </a:r>
            <a:br>
              <a:rPr lang="en-US" sz="600"/>
            </a:br>
            <a:r>
              <a:rPr lang="en-US" sz="600">
                <a:latin typeface="Courier"/>
              </a:rPr>
              <a:t>│  • Self-heal    │</a:t>
            </a:r>
            <a:br>
              <a:rPr lang="en-US" sz="600"/>
            </a:br>
            <a:r>
              <a:rPr lang="en-US" sz="600">
                <a:latin typeface="Courier"/>
              </a:rPr>
              <a:t>│  • Generate     │</a:t>
            </a:r>
            <a:br>
              <a:rPr lang="en-US" sz="600"/>
            </a:br>
            <a:r>
              <a:rPr lang="en-US" sz="600">
                <a:latin typeface="Courier"/>
              </a:rPr>
              <a:t>│    insights     │</a:t>
            </a:r>
            <a:br>
              <a:rPr lang="en-US" sz="600"/>
            </a:br>
            <a:r>
              <a:rPr lang="en-US" sz="600">
                <a:latin typeface="Courier"/>
              </a:rPr>
              <a:t>└────────┬────────┘</a:t>
            </a:r>
            <a:br>
              <a:rPr lang="en-US" sz="600"/>
            </a:br>
            <a:r>
              <a:rPr lang="en-US" sz="600">
                <a:latin typeface="Courier"/>
              </a:rPr>
              <a:t>         ▼</a:t>
            </a:r>
            <a:br>
              <a:rPr lang="en-US" sz="600"/>
            </a:br>
            <a:r>
              <a:rPr lang="en-US" sz="600">
                <a:latin typeface="Courier"/>
              </a:rPr>
              <a:t>┌─────────────────┐</a:t>
            </a:r>
            <a:br>
              <a:rPr lang="en-US" sz="600"/>
            </a:br>
            <a:r>
              <a:rPr lang="en-US" sz="600">
                <a:latin typeface="Courier"/>
              </a:rPr>
              <a:t>│  Generate       │</a:t>
            </a:r>
            <a:br>
              <a:rPr lang="en-US" sz="600"/>
            </a:br>
            <a:r>
              <a:rPr lang="en-US" sz="600">
                <a:latin typeface="Courier"/>
              </a:rPr>
              <a:t>│  • HTML Report  │</a:t>
            </a:r>
            <a:br>
              <a:rPr lang="en-US" sz="600"/>
            </a:br>
            <a:r>
              <a:rPr lang="en-US" sz="600">
                <a:latin typeface="Courier"/>
              </a:rPr>
              <a:t>│  • Email        │</a:t>
            </a:r>
            <a:br>
              <a:rPr lang="en-US" sz="600"/>
            </a:br>
            <a:r>
              <a:rPr lang="en-US" sz="600">
                <a:latin typeface="Courier"/>
              </a:rPr>
              <a:t>│  • Slack        │</a:t>
            </a:r>
            <a:br>
              <a:rPr lang="en-US" sz="600"/>
            </a:br>
            <a:r>
              <a:rPr lang="en-US" sz="600">
                <a:latin typeface="Courier"/>
              </a:rPr>
              <a:t>│  • PR Comment   │</a:t>
            </a:r>
            <a:br>
              <a:rPr lang="en-US" sz="600"/>
            </a:br>
            <a:r>
              <a:rPr lang="en-US" sz="600">
                <a:latin typeface="Courier"/>
              </a:rPr>
              <a:t>└─────────────────┘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600" b="1"/>
              <a:t>Cloud Platform Support</a:t>
            </a:r>
          </a:p>
          <a:p>
            <a:pPr lvl="0">
              <a:lnSpc>
                <a:spcPct val="90000"/>
              </a:lnSpc>
            </a:pPr>
            <a:r>
              <a:rPr lang="en-US" sz="600"/>
              <a:t>✅ </a:t>
            </a:r>
            <a:r>
              <a:rPr lang="en-US" sz="600" b="1"/>
              <a:t>GitHub Actions</a:t>
            </a:r>
            <a:r>
              <a:rPr lang="en-US" sz="600"/>
              <a:t> (included)</a:t>
            </a:r>
          </a:p>
          <a:p>
            <a:pPr lvl="0">
              <a:lnSpc>
                <a:spcPct val="90000"/>
              </a:lnSpc>
            </a:pPr>
            <a:r>
              <a:rPr lang="en-US" sz="600"/>
              <a:t>✅ </a:t>
            </a:r>
            <a:r>
              <a:rPr lang="en-US" sz="600" b="1"/>
              <a:t>Azure DevOps</a:t>
            </a:r>
            <a:r>
              <a:rPr lang="en-US" sz="600"/>
              <a:t> (templates available)</a:t>
            </a:r>
          </a:p>
          <a:p>
            <a:pPr lvl="0">
              <a:lnSpc>
                <a:spcPct val="90000"/>
              </a:lnSpc>
            </a:pPr>
            <a:r>
              <a:rPr lang="en-US" sz="600"/>
              <a:t>✅ </a:t>
            </a:r>
            <a:r>
              <a:rPr lang="en-US" sz="600" b="1"/>
              <a:t>Jenkins</a:t>
            </a:r>
            <a:r>
              <a:rPr lang="en-US" sz="600"/>
              <a:t> (pipeline ready)</a:t>
            </a:r>
          </a:p>
          <a:p>
            <a:pPr lvl="0">
              <a:lnSpc>
                <a:spcPct val="90000"/>
              </a:lnSpc>
            </a:pPr>
            <a:r>
              <a:rPr lang="en-US" sz="600"/>
              <a:t>✅ </a:t>
            </a:r>
            <a:r>
              <a:rPr lang="en-US" sz="600" b="1"/>
              <a:t>GitLab CI</a:t>
            </a:r>
            <a:r>
              <a:rPr lang="en-US" sz="600"/>
              <a:t> (config included)</a:t>
            </a:r>
          </a:p>
          <a:p>
            <a:pPr lvl="0">
              <a:lnSpc>
                <a:spcPct val="90000"/>
              </a:lnSpc>
            </a:pPr>
            <a:r>
              <a:rPr lang="en-US" sz="600"/>
              <a:t>✅ </a:t>
            </a:r>
            <a:r>
              <a:rPr lang="en-US" sz="600" b="1"/>
              <a:t>CircleCI</a:t>
            </a:r>
            <a:r>
              <a:rPr lang="en-US" sz="600"/>
              <a:t> (orb available)</a:t>
            </a:r>
          </a:p>
          <a:p>
            <a:pPr lvl="0">
              <a:lnSpc>
                <a:spcPct val="90000"/>
              </a:lnSpc>
            </a:pPr>
            <a:r>
              <a:rPr lang="en-US" sz="600"/>
              <a:t>✅ </a:t>
            </a:r>
            <a:r>
              <a:rPr lang="en-US" sz="600" b="1"/>
              <a:t>AWS CodePipeline</a:t>
            </a:r>
            <a:r>
              <a:rPr lang="en-US" sz="600"/>
              <a:t> (support)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440141"/>
            <a:ext cx="317257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📊 Advanced Analytics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9944" y="7606"/>
            <a:ext cx="4883482" cy="5135891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600" b="1" dirty="0"/>
              <a:t>AI-Powered Test Reports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600" b="1" dirty="0"/>
              <a:t>Failure Analysis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600" dirty="0">
                <a:latin typeface="Courier"/>
              </a:rPr>
              <a:t>Test Failed: Login test
━━━━━━━━━━━━━━━━━━━━━━━━━━━━━━━━━━━━━━━━━━━━━━━━━
🤖 AI Analysis:
Root Cause: Selector change detected
  - Element ID changed from #login-btn to #submit-button
Category: UI Change (Non-breaking)
Confidence: 95%
Recommendations:
  1. ✅ Use </a:t>
            </a:r>
            <a:r>
              <a:rPr lang="en-US" sz="600" dirty="0" err="1">
                <a:latin typeface="Courier"/>
              </a:rPr>
              <a:t>aiPage.clickElement</a:t>
            </a:r>
            <a:r>
              <a:rPr lang="en-US" sz="600" dirty="0">
                <a:latin typeface="Courier"/>
              </a:rPr>
              <a:t>() for resilience
  2. ✅ Update baseline selectors
  3. Consider: Add data-</a:t>
            </a:r>
            <a:r>
              <a:rPr lang="en-US" sz="600" dirty="0" err="1">
                <a:latin typeface="Courier"/>
              </a:rPr>
              <a:t>testid</a:t>
            </a:r>
            <a:r>
              <a:rPr lang="en-US" sz="600" dirty="0">
                <a:latin typeface="Courier"/>
              </a:rPr>
              <a:t> attributes
Self-Healing: ✅ APPLIED
  - New selector: #submit-button
  - Test re-run: ✅ PASSED
  - Cache updated
Impact: Low (auto-fixed)
False Positive: No
━━━━━━━━━━━━━━━━━━━━━━━━━━━━━━━━━━━━━━━━━━━━━━━━━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600" b="1" dirty="0"/>
              <a:t>Test Trends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600" dirty="0">
                <a:latin typeface="Courier"/>
              </a:rPr>
              <a:t>📈 Last 30 Days:
━━━━━━━━━━━━━━━━━━━━━━━━━━━━━━━━━━━━━━━━━━━━━━━━━
Total Runs:        847
Pass Rate:         94.2% (↑ 12% from last month)
Avg Duration:      2m 34s (↓ 45s improvement)
Self-Healings:     127 (saved 42 hours of maintenance)
Flaky Tests:       3 (↓ 85% from last month)
Top Failure:       Network timeout (4 occurrences)
━━━━━━━━━━━━━━━━━━━━━━━━━━━━━━━━━━━━━━━━━━━━━━━━━
🎯 Recommendations:
1. Increase network timeout for API tests
2. 3 tests ready for production
3. Consider adding 2 missing edge cases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440141"/>
            <a:ext cx="317257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🎯 Use Cases &amp; Industries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487110"/>
            <a:ext cx="3646835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400" b="1"/>
              <a:t>Perfect For: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400" b="1"/>
              <a:t>E-Commerce</a:t>
            </a:r>
          </a:p>
          <a:p>
            <a:pPr lvl="0">
              <a:lnSpc>
                <a:spcPct val="90000"/>
              </a:lnSpc>
            </a:pPr>
            <a:r>
              <a:rPr lang="en-US" sz="400"/>
              <a:t>✅ Product catalog testing</a:t>
            </a:r>
          </a:p>
          <a:p>
            <a:pPr lvl="0">
              <a:lnSpc>
                <a:spcPct val="90000"/>
              </a:lnSpc>
            </a:pPr>
            <a:r>
              <a:rPr lang="en-US" sz="400"/>
              <a:t>✅ Shopping cart flows</a:t>
            </a:r>
          </a:p>
          <a:p>
            <a:pPr lvl="0">
              <a:lnSpc>
                <a:spcPct val="90000"/>
              </a:lnSpc>
            </a:pPr>
            <a:r>
              <a:rPr lang="en-US" sz="400"/>
              <a:t>✅ Payment gateway validation</a:t>
            </a:r>
          </a:p>
          <a:p>
            <a:pPr lvl="0">
              <a:lnSpc>
                <a:spcPct val="90000"/>
              </a:lnSpc>
            </a:pPr>
            <a:r>
              <a:rPr lang="en-US" sz="400"/>
              <a:t>✅ Multi-currency support</a:t>
            </a:r>
          </a:p>
          <a:p>
            <a:pPr lvl="0">
              <a:lnSpc>
                <a:spcPct val="90000"/>
              </a:lnSpc>
            </a:pPr>
            <a:r>
              <a:rPr lang="en-US" sz="400"/>
              <a:t>✅ Inventory checks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400" b="1"/>
              <a:t>Healthcare</a:t>
            </a:r>
          </a:p>
          <a:p>
            <a:pPr lvl="0">
              <a:lnSpc>
                <a:spcPct val="90000"/>
              </a:lnSpc>
            </a:pPr>
            <a:r>
              <a:rPr lang="en-US" sz="400"/>
              <a:t>✅ Patient portal testing</a:t>
            </a:r>
          </a:p>
          <a:p>
            <a:pPr lvl="0">
              <a:lnSpc>
                <a:spcPct val="90000"/>
              </a:lnSpc>
            </a:pPr>
            <a:r>
              <a:rPr lang="en-US" sz="400"/>
              <a:t>✅ HIPAA compliance validation</a:t>
            </a:r>
          </a:p>
          <a:p>
            <a:pPr lvl="0">
              <a:lnSpc>
                <a:spcPct val="90000"/>
              </a:lnSpc>
            </a:pPr>
            <a:r>
              <a:rPr lang="en-US" sz="400"/>
              <a:t>✅ EHR integration tests</a:t>
            </a:r>
          </a:p>
          <a:p>
            <a:pPr lvl="0">
              <a:lnSpc>
                <a:spcPct val="90000"/>
              </a:lnSpc>
            </a:pPr>
            <a:r>
              <a:rPr lang="en-US" sz="400"/>
              <a:t>✅ Appointment scheduling</a:t>
            </a:r>
          </a:p>
          <a:p>
            <a:pPr lvl="0">
              <a:lnSpc>
                <a:spcPct val="90000"/>
              </a:lnSpc>
            </a:pPr>
            <a:r>
              <a:rPr lang="en-US" sz="400"/>
              <a:t>✅ Prescription workflows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400" b="1"/>
              <a:t>Financial Services</a:t>
            </a:r>
          </a:p>
          <a:p>
            <a:pPr lvl="0">
              <a:lnSpc>
                <a:spcPct val="90000"/>
              </a:lnSpc>
            </a:pPr>
            <a:r>
              <a:rPr lang="en-US" sz="400"/>
              <a:t>✅ Transaction processing</a:t>
            </a:r>
          </a:p>
          <a:p>
            <a:pPr lvl="0">
              <a:lnSpc>
                <a:spcPct val="90000"/>
              </a:lnSpc>
            </a:pPr>
            <a:r>
              <a:rPr lang="en-US" sz="400"/>
              <a:t>✅ Account management</a:t>
            </a:r>
          </a:p>
          <a:p>
            <a:pPr lvl="0">
              <a:lnSpc>
                <a:spcPct val="90000"/>
              </a:lnSpc>
            </a:pPr>
            <a:r>
              <a:rPr lang="en-US" sz="400"/>
              <a:t>✅ Compliance validation</a:t>
            </a:r>
          </a:p>
          <a:p>
            <a:pPr lvl="0">
              <a:lnSpc>
                <a:spcPct val="90000"/>
              </a:lnSpc>
            </a:pPr>
            <a:r>
              <a:rPr lang="en-US" sz="400"/>
              <a:t>✅ Security testing</a:t>
            </a:r>
          </a:p>
          <a:p>
            <a:pPr lvl="0">
              <a:lnSpc>
                <a:spcPct val="90000"/>
              </a:lnSpc>
            </a:pPr>
            <a:r>
              <a:rPr lang="en-US" sz="400"/>
              <a:t>✅ Mobile banking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400" b="1"/>
              <a:t>SaaS Platforms</a:t>
            </a:r>
          </a:p>
          <a:p>
            <a:pPr lvl="0">
              <a:lnSpc>
                <a:spcPct val="90000"/>
              </a:lnSpc>
            </a:pPr>
            <a:r>
              <a:rPr lang="en-US" sz="400"/>
              <a:t>✅ User onboarding flows</a:t>
            </a:r>
          </a:p>
          <a:p>
            <a:pPr lvl="0">
              <a:lnSpc>
                <a:spcPct val="90000"/>
              </a:lnSpc>
            </a:pPr>
            <a:r>
              <a:rPr lang="en-US" sz="400"/>
              <a:t>✅ Feature testing</a:t>
            </a:r>
          </a:p>
          <a:p>
            <a:pPr lvl="0">
              <a:lnSpc>
                <a:spcPct val="90000"/>
              </a:lnSpc>
            </a:pPr>
            <a:r>
              <a:rPr lang="en-US" sz="400"/>
              <a:t>✅ Integration scenarios</a:t>
            </a:r>
          </a:p>
          <a:p>
            <a:pPr lvl="0">
              <a:lnSpc>
                <a:spcPct val="90000"/>
              </a:lnSpc>
            </a:pPr>
            <a:r>
              <a:rPr lang="en-US" sz="400"/>
              <a:t>✅ Multi-tenant validation</a:t>
            </a:r>
          </a:p>
          <a:p>
            <a:pPr lvl="0">
              <a:lnSpc>
                <a:spcPct val="90000"/>
              </a:lnSpc>
            </a:pPr>
            <a:r>
              <a:rPr lang="en-US" sz="400"/>
              <a:t>✅ Subscription management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400" b="1"/>
              <a:t>Enterprise Applications</a:t>
            </a:r>
          </a:p>
          <a:p>
            <a:pPr lvl="0">
              <a:lnSpc>
                <a:spcPct val="90000"/>
              </a:lnSpc>
            </a:pPr>
            <a:r>
              <a:rPr lang="en-US" sz="400"/>
              <a:t>✅ Complex workflows</a:t>
            </a:r>
          </a:p>
          <a:p>
            <a:pPr lvl="0">
              <a:lnSpc>
                <a:spcPct val="90000"/>
              </a:lnSpc>
            </a:pPr>
            <a:r>
              <a:rPr lang="en-US" sz="400"/>
              <a:t>✅ Legacy system testing</a:t>
            </a:r>
          </a:p>
          <a:p>
            <a:pPr lvl="0">
              <a:lnSpc>
                <a:spcPct val="90000"/>
              </a:lnSpc>
            </a:pPr>
            <a:r>
              <a:rPr lang="en-US" sz="400"/>
              <a:t>✅ Migration validation</a:t>
            </a:r>
          </a:p>
          <a:p>
            <a:pPr lvl="0">
              <a:lnSpc>
                <a:spcPct val="90000"/>
              </a:lnSpc>
            </a:pPr>
            <a:r>
              <a:rPr lang="en-US" sz="400"/>
              <a:t>✅ Performance testing</a:t>
            </a:r>
          </a:p>
          <a:p>
            <a:pPr lvl="0">
              <a:lnSpc>
                <a:spcPct val="90000"/>
              </a:lnSpc>
            </a:pPr>
            <a:r>
              <a:rPr lang="en-US" sz="400"/>
              <a:t>✅ Accessibility compliance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440141"/>
            <a:ext cx="317257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💼 Support &amp;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487110"/>
            <a:ext cx="3646835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900" b="1"/>
              <a:t>What’s Included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900" b="1"/>
              <a:t>Documentation</a:t>
            </a:r>
          </a:p>
          <a:p>
            <a:pPr lvl="0">
              <a:lnSpc>
                <a:spcPct val="90000"/>
              </a:lnSpc>
            </a:pPr>
            <a:r>
              <a:rPr lang="en-US" sz="900"/>
              <a:t>✅ 20+ detailed guides</a:t>
            </a:r>
          </a:p>
          <a:p>
            <a:pPr lvl="0">
              <a:lnSpc>
                <a:spcPct val="90000"/>
              </a:lnSpc>
            </a:pPr>
            <a:r>
              <a:rPr lang="en-US" sz="900"/>
              <a:t>✅ 100+ code examples</a:t>
            </a:r>
          </a:p>
          <a:p>
            <a:pPr lvl="0">
              <a:lnSpc>
                <a:spcPct val="90000"/>
              </a:lnSpc>
            </a:pPr>
            <a:r>
              <a:rPr lang="en-US" sz="900"/>
              <a:t>✅ Video tutorials (available)</a:t>
            </a:r>
          </a:p>
          <a:p>
            <a:pPr lvl="0">
              <a:lnSpc>
                <a:spcPct val="90000"/>
              </a:lnSpc>
            </a:pPr>
            <a:r>
              <a:rPr lang="en-US" sz="900"/>
              <a:t>✅ API reference</a:t>
            </a:r>
          </a:p>
          <a:p>
            <a:pPr lvl="0">
              <a:lnSpc>
                <a:spcPct val="90000"/>
              </a:lnSpc>
            </a:pPr>
            <a:r>
              <a:rPr lang="en-US" sz="900"/>
              <a:t>✅ Best practices guide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900" b="1"/>
              <a:t>Support Options</a:t>
            </a:r>
          </a:p>
          <a:p>
            <a:pPr lvl="0">
              <a:lnSpc>
                <a:spcPct val="90000"/>
              </a:lnSpc>
            </a:pPr>
            <a:r>
              <a:rPr lang="en-US" sz="900"/>
              <a:t>✅ GitHub Issues support</a:t>
            </a:r>
          </a:p>
          <a:p>
            <a:pPr lvl="0">
              <a:lnSpc>
                <a:spcPct val="90000"/>
              </a:lnSpc>
            </a:pPr>
            <a:r>
              <a:rPr lang="en-US" sz="900"/>
              <a:t>✅ Community forum</a:t>
            </a:r>
          </a:p>
          <a:p>
            <a:pPr lvl="0">
              <a:lnSpc>
                <a:spcPct val="90000"/>
              </a:lnSpc>
            </a:pPr>
            <a:r>
              <a:rPr lang="en-US" sz="900"/>
              <a:t>✅ Email support (enterprise)</a:t>
            </a:r>
          </a:p>
          <a:p>
            <a:pPr lvl="0">
              <a:lnSpc>
                <a:spcPct val="90000"/>
              </a:lnSpc>
            </a:pPr>
            <a:r>
              <a:rPr lang="en-US" sz="900"/>
              <a:t>✅ Slack channel</a:t>
            </a:r>
          </a:p>
          <a:p>
            <a:pPr lvl="0">
              <a:lnSpc>
                <a:spcPct val="90000"/>
              </a:lnSpc>
            </a:pPr>
            <a:r>
              <a:rPr lang="en-US" sz="900"/>
              <a:t>✅ Regular updates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900" b="1"/>
              <a:t>Training</a:t>
            </a:r>
          </a:p>
          <a:p>
            <a:pPr lvl="0">
              <a:lnSpc>
                <a:spcPct val="90000"/>
              </a:lnSpc>
            </a:pPr>
            <a:r>
              <a:rPr lang="en-US" sz="900"/>
              <a:t>✅ Quick start video (30 min)</a:t>
            </a:r>
          </a:p>
          <a:p>
            <a:pPr lvl="0">
              <a:lnSpc>
                <a:spcPct val="90000"/>
              </a:lnSpc>
            </a:pPr>
            <a:r>
              <a:rPr lang="en-US" sz="900"/>
              <a:t>✅ Team onboarding guide</a:t>
            </a:r>
          </a:p>
          <a:p>
            <a:pPr lvl="0">
              <a:lnSpc>
                <a:spcPct val="90000"/>
              </a:lnSpc>
            </a:pPr>
            <a:r>
              <a:rPr lang="en-US" sz="900"/>
              <a:t>✅ Advanced workshops (available)</a:t>
            </a:r>
          </a:p>
          <a:p>
            <a:pPr lvl="0">
              <a:lnSpc>
                <a:spcPct val="90000"/>
              </a:lnSpc>
            </a:pPr>
            <a:r>
              <a:rPr lang="en-US" sz="900"/>
              <a:t>✅ Custom training sessions</a:t>
            </a:r>
          </a:p>
          <a:p>
            <a:pPr lvl="0">
              <a:lnSpc>
                <a:spcPct val="90000"/>
              </a:lnSpc>
            </a:pPr>
            <a:r>
              <a:rPr lang="en-US" sz="900"/>
              <a:t>✅ Certification program (coming)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440141"/>
            <a:ext cx="317257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🔄 Migration From Existing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487110"/>
            <a:ext cx="3646835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600" b="1"/>
              <a:t>Easy Migration Path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600" b="1"/>
              <a:t>From Selenium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600" i="1">
                <a:latin typeface="Courier"/>
              </a:rPr>
              <a:t>// Before (Selenium)</a:t>
            </a:r>
            <a:br>
              <a:rPr lang="en-US" sz="600"/>
            </a:br>
            <a:r>
              <a:rPr lang="en-US" sz="600">
                <a:latin typeface="Courier"/>
              </a:rPr>
              <a:t>WebDriver driver = </a:t>
            </a:r>
            <a:r>
              <a:rPr lang="en-US" sz="600" b="1">
                <a:latin typeface="Courier"/>
              </a:rPr>
              <a:t>new</a:t>
            </a:r>
            <a:r>
              <a:rPr lang="en-US" sz="600">
                <a:latin typeface="Courier"/>
              </a:rPr>
              <a:t> ChromeDriver();</a:t>
            </a:r>
            <a:br>
              <a:rPr lang="en-US" sz="600"/>
            </a:br>
            <a:r>
              <a:rPr lang="en-US" sz="600">
                <a:latin typeface="Courier"/>
              </a:rPr>
              <a:t>driver.get("https://example.com");</a:t>
            </a:r>
            <a:br>
              <a:rPr lang="en-US" sz="600"/>
            </a:br>
            <a:r>
              <a:rPr lang="en-US" sz="600">
                <a:latin typeface="Courier"/>
              </a:rPr>
              <a:t>driver.findElement(By.id("username")).sendKeys("user");</a:t>
            </a:r>
            <a:br>
              <a:rPr lang="en-US" sz="600"/>
            </a:br>
            <a:r>
              <a:rPr lang="en-US" sz="600">
                <a:latin typeface="Courier"/>
              </a:rPr>
              <a:t>driver.findElement(By.id("password")).sendKeys("pass");</a:t>
            </a:r>
            <a:br>
              <a:rPr lang="en-US" sz="600"/>
            </a:br>
            <a:r>
              <a:rPr lang="en-US" sz="600">
                <a:latin typeface="Courier"/>
              </a:rPr>
              <a:t>driver.findElement(By.xpath("//button[@type='submit']")).click();</a:t>
            </a:r>
            <a:br>
              <a:rPr lang="en-US" sz="600"/>
            </a:br>
            <a:br>
              <a:rPr lang="en-US" sz="600"/>
            </a:br>
            <a:r>
              <a:rPr lang="en-US" sz="600" i="1">
                <a:latin typeface="Courier"/>
              </a:rPr>
              <a:t>// After (Our Framework)</a:t>
            </a:r>
            <a:br>
              <a:rPr lang="en-US" sz="600"/>
            </a:br>
            <a:r>
              <a:rPr lang="en-US" sz="600" b="1">
                <a:latin typeface="Courier"/>
              </a:rPr>
              <a:t>const</a:t>
            </a:r>
            <a:r>
              <a:rPr lang="en-US" sz="600">
                <a:latin typeface="Courier"/>
              </a:rPr>
              <a:t> { test } = require('./core/ai-test-runner');</a:t>
            </a:r>
            <a:br>
              <a:rPr lang="en-US" sz="600"/>
            </a:br>
            <a:r>
              <a:rPr lang="en-US" sz="600">
                <a:latin typeface="Courier"/>
              </a:rPr>
              <a:t>test('login', </a:t>
            </a:r>
            <a:r>
              <a:rPr lang="en-US" sz="600" b="1">
                <a:latin typeface="Courier"/>
              </a:rPr>
              <a:t>async</a:t>
            </a:r>
            <a:r>
              <a:rPr lang="en-US" sz="600">
                <a:latin typeface="Courier"/>
              </a:rPr>
              <a:t> ({ aiPage }) </a:t>
            </a:r>
            <a:r>
              <a:rPr lang="en-US" sz="600" b="1">
                <a:latin typeface="Courier"/>
              </a:rPr>
              <a:t>=&gt;</a:t>
            </a:r>
            <a:r>
              <a:rPr lang="en-US" sz="600">
                <a:latin typeface="Courier"/>
              </a:rPr>
              <a:t> {</a:t>
            </a:r>
            <a:br>
              <a:rPr lang="en-US" sz="600"/>
            </a:br>
            <a:r>
              <a:rPr lang="en-US" sz="600">
                <a:latin typeface="Courier"/>
              </a:rPr>
              <a:t>  </a:t>
            </a:r>
            <a:r>
              <a:rPr lang="en-US" sz="600" b="1">
                <a:latin typeface="Courier"/>
              </a:rPr>
              <a:t>await</a:t>
            </a:r>
            <a:r>
              <a:rPr lang="en-US" sz="600">
                <a:latin typeface="Courier"/>
              </a:rPr>
              <a:t> aiPage.navigateTo('https://example.com');</a:t>
            </a:r>
            <a:br>
              <a:rPr lang="en-US" sz="600"/>
            </a:br>
            <a:r>
              <a:rPr lang="en-US" sz="600">
                <a:latin typeface="Courier"/>
              </a:rPr>
              <a:t>  </a:t>
            </a:r>
            <a:r>
              <a:rPr lang="en-US" sz="600" b="1">
                <a:latin typeface="Courier"/>
              </a:rPr>
              <a:t>await</a:t>
            </a:r>
            <a:r>
              <a:rPr lang="en-US" sz="600">
                <a:latin typeface="Courier"/>
              </a:rPr>
              <a:t> aiPage.fillField('username', 'user');</a:t>
            </a:r>
            <a:br>
              <a:rPr lang="en-US" sz="600"/>
            </a:br>
            <a:r>
              <a:rPr lang="en-US" sz="600">
                <a:latin typeface="Courier"/>
              </a:rPr>
              <a:t>  </a:t>
            </a:r>
            <a:r>
              <a:rPr lang="en-US" sz="600" b="1">
                <a:latin typeface="Courier"/>
              </a:rPr>
              <a:t>await</a:t>
            </a:r>
            <a:r>
              <a:rPr lang="en-US" sz="600">
                <a:latin typeface="Courier"/>
              </a:rPr>
              <a:t> aiPage.fillField('password', 'pass');</a:t>
            </a:r>
            <a:br>
              <a:rPr lang="en-US" sz="600"/>
            </a:br>
            <a:r>
              <a:rPr lang="en-US" sz="600">
                <a:latin typeface="Courier"/>
              </a:rPr>
              <a:t>  </a:t>
            </a:r>
            <a:r>
              <a:rPr lang="en-US" sz="600" b="1">
                <a:latin typeface="Courier"/>
              </a:rPr>
              <a:t>await</a:t>
            </a:r>
            <a:r>
              <a:rPr lang="en-US" sz="600">
                <a:latin typeface="Courier"/>
              </a:rPr>
              <a:t> aiPage.clickElement('submit button');</a:t>
            </a:r>
            <a:br>
              <a:rPr lang="en-US" sz="600"/>
            </a:br>
            <a:r>
              <a:rPr lang="en-US" sz="600">
                <a:latin typeface="Courier"/>
              </a:rPr>
              <a:t>});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600" b="1"/>
              <a:t>From Cypress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600" i="1">
                <a:latin typeface="Courier"/>
              </a:rPr>
              <a:t>// Before (Cypress)</a:t>
            </a:r>
            <a:br>
              <a:rPr lang="en-US" sz="600"/>
            </a:br>
            <a:r>
              <a:rPr lang="en-US" sz="600">
                <a:latin typeface="Courier"/>
              </a:rPr>
              <a:t>cy.visit('https://example.com')</a:t>
            </a:r>
            <a:br>
              <a:rPr lang="en-US" sz="600"/>
            </a:br>
            <a:r>
              <a:rPr lang="en-US" sz="600">
                <a:latin typeface="Courier"/>
              </a:rPr>
              <a:t>cy.get('#username').type('user')</a:t>
            </a:r>
            <a:br>
              <a:rPr lang="en-US" sz="600"/>
            </a:br>
            <a:r>
              <a:rPr lang="en-US" sz="600">
                <a:latin typeface="Courier"/>
              </a:rPr>
              <a:t>cy.get('#password').type('pass')</a:t>
            </a:r>
            <a:br>
              <a:rPr lang="en-US" sz="600"/>
            </a:br>
            <a:r>
              <a:rPr lang="en-US" sz="600">
                <a:latin typeface="Courier"/>
              </a:rPr>
              <a:t>cy.get('button[type="submit"]').click()</a:t>
            </a:r>
            <a:br>
              <a:rPr lang="en-US" sz="600"/>
            </a:br>
            <a:br>
              <a:rPr lang="en-US" sz="600"/>
            </a:br>
            <a:r>
              <a:rPr lang="en-US" sz="600" i="1">
                <a:latin typeface="Courier"/>
              </a:rPr>
              <a:t>// After (Compatible syntax)</a:t>
            </a:r>
            <a:br>
              <a:rPr lang="en-US" sz="600"/>
            </a:br>
            <a:r>
              <a:rPr lang="en-US" sz="600">
                <a:latin typeface="Courier"/>
              </a:rPr>
              <a:t>test('login', </a:t>
            </a:r>
            <a:r>
              <a:rPr lang="en-US" sz="600" b="1">
                <a:latin typeface="Courier"/>
              </a:rPr>
              <a:t>async</a:t>
            </a:r>
            <a:r>
              <a:rPr lang="en-US" sz="600">
                <a:latin typeface="Courier"/>
              </a:rPr>
              <a:t> ({ aiPage, page }) </a:t>
            </a:r>
            <a:r>
              <a:rPr lang="en-US" sz="600" b="1">
                <a:latin typeface="Courier"/>
              </a:rPr>
              <a:t>=&gt;</a:t>
            </a:r>
            <a:r>
              <a:rPr lang="en-US" sz="600">
                <a:latin typeface="Courier"/>
              </a:rPr>
              <a:t> {</a:t>
            </a:r>
            <a:br>
              <a:rPr lang="en-US" sz="600"/>
            </a:br>
            <a:r>
              <a:rPr lang="en-US" sz="600">
                <a:latin typeface="Courier"/>
              </a:rPr>
              <a:t>  </a:t>
            </a:r>
            <a:r>
              <a:rPr lang="en-US" sz="600" b="1">
                <a:latin typeface="Courier"/>
              </a:rPr>
              <a:t>await</a:t>
            </a:r>
            <a:r>
              <a:rPr lang="en-US" sz="600">
                <a:latin typeface="Courier"/>
              </a:rPr>
              <a:t> aiPage.navigateTo('https://example.com');</a:t>
            </a:r>
            <a:br>
              <a:rPr lang="en-US" sz="600"/>
            </a:br>
            <a:r>
              <a:rPr lang="en-US" sz="600">
                <a:latin typeface="Courier"/>
              </a:rPr>
              <a:t>  </a:t>
            </a:r>
            <a:r>
              <a:rPr lang="en-US" sz="600" b="1">
                <a:latin typeface="Courier"/>
              </a:rPr>
              <a:t>await</a:t>
            </a:r>
            <a:r>
              <a:rPr lang="en-US" sz="600">
                <a:latin typeface="Courier"/>
              </a:rPr>
              <a:t> page.fill('#username', 'user');  </a:t>
            </a:r>
            <a:r>
              <a:rPr lang="en-US" sz="600" i="1">
                <a:latin typeface="Courier"/>
              </a:rPr>
              <a:t>// Standard Playwright</a:t>
            </a:r>
            <a:br>
              <a:rPr lang="en-US" sz="600"/>
            </a:br>
            <a:r>
              <a:rPr lang="en-US" sz="600">
                <a:latin typeface="Courier"/>
              </a:rPr>
              <a:t>  </a:t>
            </a:r>
            <a:r>
              <a:rPr lang="en-US" sz="600" b="1">
                <a:latin typeface="Courier"/>
              </a:rPr>
              <a:t>await</a:t>
            </a:r>
            <a:r>
              <a:rPr lang="en-US" sz="600">
                <a:latin typeface="Courier"/>
              </a:rPr>
              <a:t> page.fill('#password', 'pass');</a:t>
            </a:r>
            <a:br>
              <a:rPr lang="en-US" sz="600"/>
            </a:br>
            <a:r>
              <a:rPr lang="en-US" sz="600">
                <a:latin typeface="Courier"/>
              </a:rPr>
              <a:t>  </a:t>
            </a:r>
            <a:r>
              <a:rPr lang="en-US" sz="600" b="1">
                <a:latin typeface="Courier"/>
              </a:rPr>
              <a:t>await</a:t>
            </a:r>
            <a:r>
              <a:rPr lang="en-US" sz="600">
                <a:latin typeface="Courier"/>
              </a:rPr>
              <a:t> aiPage.clickElement('submit');   </a:t>
            </a:r>
            <a:r>
              <a:rPr lang="en-US" sz="600" i="1">
                <a:latin typeface="Courier"/>
              </a:rPr>
              <a:t>// Or use AI</a:t>
            </a:r>
            <a:br>
              <a:rPr lang="en-US" sz="600"/>
            </a:br>
            <a:r>
              <a:rPr lang="en-US" sz="600">
                <a:latin typeface="Courier"/>
              </a:rPr>
              <a:t>});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600" b="1"/>
              <a:t>Migration time: 1-2 weeks for typical project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1" y="668739"/>
            <a:ext cx="3309016" cy="227304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algn="r" defTabSz="914400">
              <a:lnSpc>
                <a:spcPct val="90000"/>
              </a:lnSpc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🏆 Competitive Advantages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9343" y="3558987"/>
            <a:ext cx="3094704" cy="1031359"/>
          </a:xfrm>
        </p:spPr>
        <p:txBody>
          <a:bodyPr vert="horz" lIns="91440" tIns="45720" rIns="91440" bIns="45720" rtlCol="0">
            <a:normAutofit/>
          </a:bodyPr>
          <a:lstStyle/>
          <a:p>
            <a:pPr lvl="0" algn="r"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Why Choose Our Framework?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8580147"/>
              </p:ext>
            </p:extLst>
          </p:nvPr>
        </p:nvGraphicFramePr>
        <p:xfrm>
          <a:off x="4572000" y="567884"/>
          <a:ext cx="4206244" cy="3974402"/>
        </p:xfrm>
        <a:graphic>
          <a:graphicData uri="http://schemas.openxmlformats.org/drawingml/2006/table">
            <a:tbl>
              <a:tblPr firstRow="1" bandRow="1">
                <a:solidFill>
                  <a:schemeClr val="accent1">
                    <a:lumMod val="20000"/>
                    <a:lumOff val="80000"/>
                  </a:schemeClr>
                </a:solidFill>
                <a:tableStyleId>{5C22544A-7EE6-4342-B048-85BDC9FD1C3A}</a:tableStyleId>
              </a:tblPr>
              <a:tblGrid>
                <a:gridCol w="800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61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7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2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51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208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600" b="1" cap="all" spc="6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marL="71368" marR="71368" marT="71368" marB="7136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600" b="1" cap="all" spc="60">
                          <a:solidFill>
                            <a:schemeClr val="tx1"/>
                          </a:solidFill>
                        </a:rPr>
                        <a:t>Our Framework</a:t>
                      </a:r>
                    </a:p>
                  </a:txBody>
                  <a:tcPr marL="71368" marR="71368" marT="71368" marB="7136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600" b="1" cap="all" spc="60">
                          <a:solidFill>
                            <a:schemeClr val="tx1"/>
                          </a:solidFill>
                        </a:rPr>
                        <a:t>Selenium</a:t>
                      </a:r>
                    </a:p>
                  </a:txBody>
                  <a:tcPr marL="71368" marR="71368" marT="71368" marB="7136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600" b="1" cap="all" spc="60">
                          <a:solidFill>
                            <a:schemeClr val="tx1"/>
                          </a:solidFill>
                        </a:rPr>
                        <a:t>Cypress</a:t>
                      </a:r>
                    </a:p>
                  </a:txBody>
                  <a:tcPr marL="71368" marR="71368" marT="71368" marB="7136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600" b="1" cap="all" spc="60">
                          <a:solidFill>
                            <a:schemeClr val="tx1"/>
                          </a:solidFill>
                        </a:rPr>
                        <a:t>Puppeteer</a:t>
                      </a:r>
                    </a:p>
                  </a:txBody>
                  <a:tcPr marL="71368" marR="71368" marT="71368" marB="7136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600" b="1" cap="all" spc="60">
                          <a:solidFill>
                            <a:schemeClr val="tx1"/>
                          </a:solidFill>
                        </a:rPr>
                        <a:t>TestCafe</a:t>
                      </a:r>
                    </a:p>
                  </a:txBody>
                  <a:tcPr marL="71368" marR="71368" marT="71368" marB="7136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27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b="1" cap="none" spc="0">
                          <a:solidFill>
                            <a:schemeClr val="tx1"/>
                          </a:solidFill>
                        </a:rPr>
                        <a:t>AI-Powered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✅ Yes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❌ No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❌ No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❌ No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❌ No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27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b="1" cap="none" spc="0">
                          <a:solidFill>
                            <a:schemeClr val="tx1"/>
                          </a:solidFill>
                        </a:rPr>
                        <a:t>Self-Healing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✅ Yes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❌ No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❌ No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❌ No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❌ No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15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b="1" cap="none" spc="0">
                          <a:solidFill>
                            <a:schemeClr val="tx1"/>
                          </a:solidFill>
                        </a:rPr>
                        <a:t>Test Generation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✅ Yes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❌ No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❌ No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❌ No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❌ No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15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b="1" cap="none" spc="0">
                          <a:solidFill>
                            <a:schemeClr val="tx1"/>
                          </a:solidFill>
                        </a:rPr>
                        <a:t>Natural Language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✅ Yes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❌ No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❌ No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❌ No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❌ No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15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b="1" cap="none" spc="0">
                          <a:solidFill>
                            <a:schemeClr val="tx1"/>
                          </a:solidFill>
                        </a:rPr>
                        <a:t>FREE AI Option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✅ Yes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15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b="1" cap="none" spc="0">
                          <a:solidFill>
                            <a:schemeClr val="tx1"/>
                          </a:solidFill>
                        </a:rPr>
                        <a:t>Visual AI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✅ Yes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⚠️ Plugins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⚠️ Plugins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❌ No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⚠️ Limited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15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b="1" cap="none" spc="0">
                          <a:solidFill>
                            <a:schemeClr val="tx1"/>
                          </a:solidFill>
                        </a:rPr>
                        <a:t>Cross-browser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✅ Yes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✅ Yes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⚠️ Limited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⚠️ Chromium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✅ Yes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15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b="1" cap="none" spc="0">
                          <a:solidFill>
                            <a:schemeClr val="tx1"/>
                          </a:solidFill>
                        </a:rPr>
                        <a:t>Mobile Support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✅ Yes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⚠️ Appium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⚠️ Limited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⚠️ Limited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⚠️ Limited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15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b="1" cap="none" spc="0">
                          <a:solidFill>
                            <a:schemeClr val="tx1"/>
                          </a:solidFill>
                        </a:rPr>
                        <a:t>Parallel Execution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✅ Yes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✅ Yes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⚠️ Paid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✅ Yes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✅ Yes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27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b="1" cap="none" spc="0">
                          <a:solidFill>
                            <a:schemeClr val="tx1"/>
                          </a:solidFill>
                        </a:rPr>
                        <a:t>Setup Time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5 min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30 min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10 min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15 min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20 min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415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b="1" cap="none" spc="0">
                          <a:solidFill>
                            <a:schemeClr val="tx1"/>
                          </a:solidFill>
                        </a:rPr>
                        <a:t>Learning Curve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Easy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Hard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27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b="1" cap="none" spc="0">
                          <a:solidFill>
                            <a:schemeClr val="tx1"/>
                          </a:solidFill>
                        </a:rPr>
                        <a:t>Maintenance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800" cap="none" spc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 marL="47579" marR="47579" marT="23789" marB="475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💎 Premium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500" b="1"/>
              <a:t>Advanced Capabilities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500" b="1"/>
              <a:t>Test Data Management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500" i="1">
                <a:latin typeface="Courier"/>
              </a:rPr>
              <a:t>// AI generates test data automatically</a:t>
            </a:r>
            <a:br>
              <a:rPr lang="en-US" sz="500"/>
            </a:br>
            <a:r>
              <a:rPr lang="en-US" sz="500" b="1">
                <a:latin typeface="Courier"/>
              </a:rPr>
              <a:t>const</a:t>
            </a:r>
            <a:r>
              <a:rPr lang="en-US" sz="500">
                <a:latin typeface="Courier"/>
              </a:rPr>
              <a:t> testData = </a:t>
            </a:r>
            <a:r>
              <a:rPr lang="en-US" sz="500" b="1">
                <a:latin typeface="Courier"/>
              </a:rPr>
              <a:t>await</a:t>
            </a:r>
            <a:r>
              <a:rPr lang="en-US" sz="500">
                <a:latin typeface="Courier"/>
              </a:rPr>
              <a:t> aiPage.generateTestData({</a:t>
            </a:r>
            <a:br>
              <a:rPr lang="en-US" sz="500"/>
            </a:br>
            <a:r>
              <a:rPr lang="en-US" sz="500">
                <a:latin typeface="Courier"/>
              </a:rPr>
              <a:t>  userProfile: {</a:t>
            </a:r>
            <a:br>
              <a:rPr lang="en-US" sz="500"/>
            </a:br>
            <a:r>
              <a:rPr lang="en-US" sz="500">
                <a:latin typeface="Courier"/>
              </a:rPr>
              <a:t>    count: 10,</a:t>
            </a:r>
            <a:br>
              <a:rPr lang="en-US" sz="500"/>
            </a:br>
            <a:r>
              <a:rPr lang="en-US" sz="500">
                <a:latin typeface="Courier"/>
              </a:rPr>
              <a:t>    realistic: </a:t>
            </a:r>
            <a:r>
              <a:rPr lang="en-US" sz="500" b="1">
                <a:latin typeface="Courier"/>
              </a:rPr>
              <a:t>true</a:t>
            </a:r>
            <a:r>
              <a:rPr lang="en-US" sz="500">
                <a:latin typeface="Courier"/>
              </a:rPr>
              <a:t>,</a:t>
            </a:r>
            <a:br>
              <a:rPr lang="en-US" sz="500"/>
            </a:br>
            <a:r>
              <a:rPr lang="en-US" sz="500">
                <a:latin typeface="Courier"/>
              </a:rPr>
              <a:t>    unique: </a:t>
            </a:r>
            <a:r>
              <a:rPr lang="en-US" sz="500" b="1">
                <a:latin typeface="Courier"/>
              </a:rPr>
              <a:t>true</a:t>
            </a:r>
            <a:br>
              <a:rPr lang="en-US" sz="500"/>
            </a:br>
            <a:r>
              <a:rPr lang="en-US" sz="500">
                <a:latin typeface="Courier"/>
              </a:rPr>
              <a:t>  }</a:t>
            </a:r>
            <a:br>
              <a:rPr lang="en-US" sz="500"/>
            </a:br>
            <a:r>
              <a:rPr lang="en-US" sz="500">
                <a:latin typeface="Courier"/>
              </a:rPr>
              <a:t>});</a:t>
            </a:r>
            <a:br>
              <a:rPr lang="en-US" sz="500"/>
            </a:br>
            <a:br>
              <a:rPr lang="en-US" sz="500"/>
            </a:br>
            <a:r>
              <a:rPr lang="en-US" sz="500" i="1">
                <a:latin typeface="Courier"/>
              </a:rPr>
              <a:t>// AI-powered data validation</a:t>
            </a:r>
            <a:br>
              <a:rPr lang="en-US" sz="500"/>
            </a:br>
            <a:r>
              <a:rPr lang="en-US" sz="500" b="1">
                <a:latin typeface="Courier"/>
              </a:rPr>
              <a:t>await</a:t>
            </a:r>
            <a:r>
              <a:rPr lang="en-US" sz="500">
                <a:latin typeface="Courier"/>
              </a:rPr>
              <a:t> aiPage.validateDataConsistency(actualData, expectedSchema);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500" b="1"/>
              <a:t>API Testing Integration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500" i="1">
                <a:latin typeface="Courier"/>
              </a:rPr>
              <a:t>// Combine UI + API testing</a:t>
            </a:r>
            <a:br>
              <a:rPr lang="en-US" sz="500"/>
            </a:br>
            <a:r>
              <a:rPr lang="en-US" sz="500">
                <a:latin typeface="Courier"/>
              </a:rPr>
              <a:t>test('Full stack test', </a:t>
            </a:r>
            <a:r>
              <a:rPr lang="en-US" sz="500" b="1">
                <a:latin typeface="Courier"/>
              </a:rPr>
              <a:t>async</a:t>
            </a:r>
            <a:r>
              <a:rPr lang="en-US" sz="500">
                <a:latin typeface="Courier"/>
              </a:rPr>
              <a:t> ({ aiPage, request }) </a:t>
            </a:r>
            <a:r>
              <a:rPr lang="en-US" sz="500" b="1">
                <a:latin typeface="Courier"/>
              </a:rPr>
              <a:t>=&gt;</a:t>
            </a:r>
            <a:r>
              <a:rPr lang="en-US" sz="500">
                <a:latin typeface="Courier"/>
              </a:rPr>
              <a:t> {</a:t>
            </a:r>
            <a:br>
              <a:rPr lang="en-US" sz="500"/>
            </a:br>
            <a:r>
              <a:rPr lang="en-US" sz="500">
                <a:latin typeface="Courier"/>
              </a:rPr>
              <a:t>  </a:t>
            </a:r>
            <a:r>
              <a:rPr lang="en-US" sz="500" i="1">
                <a:latin typeface="Courier"/>
              </a:rPr>
              <a:t>// API: Create user</a:t>
            </a:r>
            <a:br>
              <a:rPr lang="en-US" sz="500"/>
            </a:br>
            <a:r>
              <a:rPr lang="en-US" sz="500">
                <a:latin typeface="Courier"/>
              </a:rPr>
              <a:t>  </a:t>
            </a:r>
            <a:r>
              <a:rPr lang="en-US" sz="500" b="1">
                <a:latin typeface="Courier"/>
              </a:rPr>
              <a:t>const</a:t>
            </a:r>
            <a:r>
              <a:rPr lang="en-US" sz="500">
                <a:latin typeface="Courier"/>
              </a:rPr>
              <a:t> user = </a:t>
            </a:r>
            <a:r>
              <a:rPr lang="en-US" sz="500" b="1">
                <a:latin typeface="Courier"/>
              </a:rPr>
              <a:t>await</a:t>
            </a:r>
            <a:r>
              <a:rPr lang="en-US" sz="500">
                <a:latin typeface="Courier"/>
              </a:rPr>
              <a:t> request.post('/api/users', { data: userData });</a:t>
            </a:r>
            <a:br>
              <a:rPr lang="en-US" sz="500"/>
            </a:br>
            <a:r>
              <a:rPr lang="en-US" sz="500">
                <a:latin typeface="Courier"/>
              </a:rPr>
              <a:t>  </a:t>
            </a:r>
            <a:br>
              <a:rPr lang="en-US" sz="500"/>
            </a:br>
            <a:r>
              <a:rPr lang="en-US" sz="500">
                <a:latin typeface="Courier"/>
              </a:rPr>
              <a:t>  </a:t>
            </a:r>
            <a:r>
              <a:rPr lang="en-US" sz="500" i="1">
                <a:latin typeface="Courier"/>
              </a:rPr>
              <a:t>// UI: Verify user appears</a:t>
            </a:r>
            <a:br>
              <a:rPr lang="en-US" sz="500"/>
            </a:br>
            <a:r>
              <a:rPr lang="en-US" sz="500">
                <a:latin typeface="Courier"/>
              </a:rPr>
              <a:t>  </a:t>
            </a:r>
            <a:r>
              <a:rPr lang="en-US" sz="500" b="1">
                <a:latin typeface="Courier"/>
              </a:rPr>
              <a:t>await</a:t>
            </a:r>
            <a:r>
              <a:rPr lang="en-US" sz="500">
                <a:latin typeface="Courier"/>
              </a:rPr>
              <a:t> aiPage.navigateTo('/users');</a:t>
            </a:r>
            <a:br>
              <a:rPr lang="en-US" sz="500"/>
            </a:br>
            <a:r>
              <a:rPr lang="en-US" sz="500">
                <a:latin typeface="Courier"/>
              </a:rPr>
              <a:t>  </a:t>
            </a:r>
            <a:r>
              <a:rPr lang="en-US" sz="500" b="1">
                <a:latin typeface="Courier"/>
              </a:rPr>
              <a:t>await</a:t>
            </a:r>
            <a:r>
              <a:rPr lang="en-US" sz="500">
                <a:latin typeface="Courier"/>
              </a:rPr>
              <a:t> aiPage.verifyElement(`user ${user.id}`);</a:t>
            </a:r>
            <a:br>
              <a:rPr lang="en-US" sz="500"/>
            </a:br>
            <a:r>
              <a:rPr lang="en-US" sz="500">
                <a:latin typeface="Courier"/>
              </a:rPr>
              <a:t>  </a:t>
            </a:r>
            <a:br>
              <a:rPr lang="en-US" sz="500"/>
            </a:br>
            <a:r>
              <a:rPr lang="en-US" sz="500">
                <a:latin typeface="Courier"/>
              </a:rPr>
              <a:t>  </a:t>
            </a:r>
            <a:r>
              <a:rPr lang="en-US" sz="500" i="1">
                <a:latin typeface="Courier"/>
              </a:rPr>
              <a:t>// API: Delete user</a:t>
            </a:r>
            <a:br>
              <a:rPr lang="en-US" sz="500"/>
            </a:br>
            <a:r>
              <a:rPr lang="en-US" sz="500">
                <a:latin typeface="Courier"/>
              </a:rPr>
              <a:t>  </a:t>
            </a:r>
            <a:r>
              <a:rPr lang="en-US" sz="500" b="1">
                <a:latin typeface="Courier"/>
              </a:rPr>
              <a:t>await</a:t>
            </a:r>
            <a:r>
              <a:rPr lang="en-US" sz="500">
                <a:latin typeface="Courier"/>
              </a:rPr>
              <a:t> request.delete(`/api/users/${user.id}`);</a:t>
            </a:r>
            <a:br>
              <a:rPr lang="en-US" sz="500"/>
            </a:br>
            <a:r>
              <a:rPr lang="en-US" sz="500">
                <a:latin typeface="Courier"/>
              </a:rPr>
              <a:t>  </a:t>
            </a:r>
            <a:br>
              <a:rPr lang="en-US" sz="500"/>
            </a:br>
            <a:r>
              <a:rPr lang="en-US" sz="500">
                <a:latin typeface="Courier"/>
              </a:rPr>
              <a:t>  </a:t>
            </a:r>
            <a:r>
              <a:rPr lang="en-US" sz="500" i="1">
                <a:latin typeface="Courier"/>
              </a:rPr>
              <a:t>// UI: Verify user removed</a:t>
            </a:r>
            <a:br>
              <a:rPr lang="en-US" sz="500"/>
            </a:br>
            <a:r>
              <a:rPr lang="en-US" sz="500">
                <a:latin typeface="Courier"/>
              </a:rPr>
              <a:t>  </a:t>
            </a:r>
            <a:r>
              <a:rPr lang="en-US" sz="500" b="1">
                <a:latin typeface="Courier"/>
              </a:rPr>
              <a:t>await</a:t>
            </a:r>
            <a:r>
              <a:rPr lang="en-US" sz="500">
                <a:latin typeface="Courier"/>
              </a:rPr>
              <a:t> aiPage.verifyElementNotVisible(`user ${user.id}`);</a:t>
            </a:r>
            <a:br>
              <a:rPr lang="en-US" sz="500"/>
            </a:br>
            <a:r>
              <a:rPr lang="en-US" sz="500">
                <a:latin typeface="Courier"/>
              </a:rPr>
              <a:t>});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500" b="1"/>
              <a:t>Performance Monitoring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500" i="1">
                <a:latin typeface="Courier"/>
              </a:rPr>
              <a:t>// Built-in performance tracking</a:t>
            </a:r>
            <a:br>
              <a:rPr lang="en-US" sz="500"/>
            </a:br>
            <a:r>
              <a:rPr lang="en-US" sz="500">
                <a:latin typeface="Courier"/>
              </a:rPr>
              <a:t>test('Performance test', </a:t>
            </a:r>
            <a:r>
              <a:rPr lang="en-US" sz="500" b="1">
                <a:latin typeface="Courier"/>
              </a:rPr>
              <a:t>async</a:t>
            </a:r>
            <a:r>
              <a:rPr lang="en-US" sz="500">
                <a:latin typeface="Courier"/>
              </a:rPr>
              <a:t> ({ aiPage }) </a:t>
            </a:r>
            <a:r>
              <a:rPr lang="en-US" sz="500" b="1">
                <a:latin typeface="Courier"/>
              </a:rPr>
              <a:t>=&gt;</a:t>
            </a:r>
            <a:r>
              <a:rPr lang="en-US" sz="500">
                <a:latin typeface="Courier"/>
              </a:rPr>
              <a:t> {</a:t>
            </a:r>
            <a:br>
              <a:rPr lang="en-US" sz="500"/>
            </a:br>
            <a:r>
              <a:rPr lang="en-US" sz="500">
                <a:latin typeface="Courier"/>
              </a:rPr>
              <a:t>  </a:t>
            </a:r>
            <a:r>
              <a:rPr lang="en-US" sz="500" b="1">
                <a:latin typeface="Courier"/>
              </a:rPr>
              <a:t>const</a:t>
            </a:r>
            <a:r>
              <a:rPr lang="en-US" sz="500">
                <a:latin typeface="Courier"/>
              </a:rPr>
              <a:t> metrics = </a:t>
            </a:r>
            <a:r>
              <a:rPr lang="en-US" sz="500" b="1">
                <a:latin typeface="Courier"/>
              </a:rPr>
              <a:t>await</a:t>
            </a:r>
            <a:r>
              <a:rPr lang="en-US" sz="500">
                <a:latin typeface="Courier"/>
              </a:rPr>
              <a:t> aiPage.measurePerformance(</a:t>
            </a:r>
            <a:r>
              <a:rPr lang="en-US" sz="500" b="1">
                <a:latin typeface="Courier"/>
              </a:rPr>
              <a:t>async</a:t>
            </a:r>
            <a:r>
              <a:rPr lang="en-US" sz="500">
                <a:latin typeface="Courier"/>
              </a:rPr>
              <a:t> () </a:t>
            </a:r>
            <a:r>
              <a:rPr lang="en-US" sz="500" b="1">
                <a:latin typeface="Courier"/>
              </a:rPr>
              <a:t>=&gt;</a:t>
            </a:r>
            <a:r>
              <a:rPr lang="en-US" sz="500">
                <a:latin typeface="Courier"/>
              </a:rPr>
              <a:t> {</a:t>
            </a:r>
            <a:br>
              <a:rPr lang="en-US" sz="500"/>
            </a:br>
            <a:r>
              <a:rPr lang="en-US" sz="500">
                <a:latin typeface="Courier"/>
              </a:rPr>
              <a:t>    </a:t>
            </a:r>
            <a:r>
              <a:rPr lang="en-US" sz="500" b="1">
                <a:latin typeface="Courier"/>
              </a:rPr>
              <a:t>await</a:t>
            </a:r>
            <a:r>
              <a:rPr lang="en-US" sz="500">
                <a:latin typeface="Courier"/>
              </a:rPr>
              <a:t> aiPage.navigateTo('https://example.com');</a:t>
            </a:r>
            <a:br>
              <a:rPr lang="en-US" sz="500"/>
            </a:br>
            <a:r>
              <a:rPr lang="en-US" sz="500">
                <a:latin typeface="Courier"/>
              </a:rPr>
              <a:t>    </a:t>
            </a:r>
            <a:r>
              <a:rPr lang="en-US" sz="500" b="1">
                <a:latin typeface="Courier"/>
              </a:rPr>
              <a:t>await</a:t>
            </a:r>
            <a:r>
              <a:rPr lang="en-US" sz="500">
                <a:latin typeface="Courier"/>
              </a:rPr>
              <a:t> aiPage.clickElement('heavy operation');</a:t>
            </a:r>
            <a:br>
              <a:rPr lang="en-US" sz="500"/>
            </a:br>
            <a:r>
              <a:rPr lang="en-US" sz="500">
                <a:latin typeface="Courier"/>
              </a:rPr>
              <a:t>  });</a:t>
            </a:r>
            <a:br>
              <a:rPr lang="en-US" sz="500"/>
            </a:br>
            <a:r>
              <a:rPr lang="en-US" sz="500">
                <a:latin typeface="Courier"/>
              </a:rPr>
              <a:t>  </a:t>
            </a:r>
            <a:br>
              <a:rPr lang="en-US" sz="500"/>
            </a:br>
            <a:r>
              <a:rPr lang="en-US" sz="500">
                <a:latin typeface="Courier"/>
              </a:rPr>
              <a:t>  expect(metrics.loadTime).toBeLessThan(3000);</a:t>
            </a:r>
            <a:br>
              <a:rPr lang="en-US" sz="500"/>
            </a:br>
            <a:r>
              <a:rPr lang="en-US" sz="500">
                <a:latin typeface="Courier"/>
              </a:rPr>
              <a:t>  expect(metrics.memoryUsage).toBeLessThan(100 * 1024 * 1024);</a:t>
            </a:r>
            <a:br>
              <a:rPr lang="en-US" sz="500"/>
            </a:br>
            <a:r>
              <a:rPr lang="en-US" sz="500">
                <a:latin typeface="Courier"/>
              </a:rPr>
              <a:t>});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📞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900" b="1"/>
              <a:t>Get Started Today!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900" b="1"/>
              <a:t>Immediate Actions: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en-US" sz="900" b="1"/>
              <a:t>⭐ Star the repository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en-US" sz="900" b="1"/>
              <a:t>📥 Clone the framework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en-US" sz="900" b="1"/>
              <a:t>🚀 Run the demo</a:t>
            </a:r>
            <a:r>
              <a:rPr lang="en-US" sz="900"/>
              <a:t> (</a:t>
            </a:r>
            <a:r>
              <a:rPr lang="en-US" sz="900">
                <a:latin typeface="Courier"/>
              </a:rPr>
              <a:t>npm test</a:t>
            </a:r>
            <a:r>
              <a:rPr lang="en-US" sz="900"/>
              <a:t>)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en-US" sz="900" b="1"/>
              <a:t>📖 Read Quick Start</a:t>
            </a:r>
            <a:r>
              <a:rPr lang="en-US" sz="900"/>
              <a:t> (5 minutes)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en-US" sz="900" b="1"/>
              <a:t>💬 Join our community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900" b="1"/>
              <a:t>30-Day Trial Plan:</a:t>
            </a:r>
          </a:p>
          <a:p>
            <a:pPr lvl="0">
              <a:lnSpc>
                <a:spcPct val="90000"/>
              </a:lnSpc>
            </a:pPr>
            <a:r>
              <a:rPr lang="en-US" sz="900" b="1"/>
              <a:t>Week 1</a:t>
            </a:r>
            <a:r>
              <a:rPr lang="en-US" sz="900"/>
              <a:t>: Setup and basic tests</a:t>
            </a:r>
          </a:p>
          <a:p>
            <a:pPr lvl="0">
              <a:lnSpc>
                <a:spcPct val="90000"/>
              </a:lnSpc>
            </a:pPr>
            <a:r>
              <a:rPr lang="en-US" sz="900" b="1"/>
              <a:t>Week 2</a:t>
            </a:r>
            <a:r>
              <a:rPr lang="en-US" sz="900"/>
              <a:t>: Test Agents exploration</a:t>
            </a:r>
          </a:p>
          <a:p>
            <a:pPr lvl="0">
              <a:lnSpc>
                <a:spcPct val="90000"/>
              </a:lnSpc>
            </a:pPr>
            <a:r>
              <a:rPr lang="en-US" sz="900" b="1"/>
              <a:t>Week 3</a:t>
            </a:r>
            <a:r>
              <a:rPr lang="en-US" sz="900"/>
              <a:t>: CI/CD integration</a:t>
            </a:r>
          </a:p>
          <a:p>
            <a:pPr lvl="0">
              <a:lnSpc>
                <a:spcPct val="90000"/>
              </a:lnSpc>
            </a:pPr>
            <a:r>
              <a:rPr lang="en-US" sz="900" b="1"/>
              <a:t>Week 4</a:t>
            </a:r>
            <a:r>
              <a:rPr lang="en-US" sz="900"/>
              <a:t>: Production readiness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900" b="1"/>
              <a:t>Contact &amp; Support:</a:t>
            </a:r>
          </a:p>
          <a:p>
            <a:pPr lvl="0">
              <a:lnSpc>
                <a:spcPct val="90000"/>
              </a:lnSpc>
            </a:pPr>
            <a:r>
              <a:rPr lang="en-US" sz="900"/>
              <a:t>📧 Email: [Your contact email]</a:t>
            </a:r>
          </a:p>
          <a:p>
            <a:pPr lvl="0">
              <a:lnSpc>
                <a:spcPct val="90000"/>
              </a:lnSpc>
            </a:pPr>
            <a:r>
              <a:rPr lang="en-US" sz="900"/>
              <a:t>💬 Slack: [Your Slack channel]</a:t>
            </a:r>
          </a:p>
          <a:p>
            <a:pPr lvl="0">
              <a:lnSpc>
                <a:spcPct val="90000"/>
              </a:lnSpc>
            </a:pPr>
            <a:r>
              <a:rPr lang="en-US" sz="900"/>
              <a:t>🐙 GitHub: [Your repo URL]</a:t>
            </a:r>
          </a:p>
          <a:p>
            <a:pPr lvl="0">
              <a:lnSpc>
                <a:spcPct val="90000"/>
              </a:lnSpc>
            </a:pPr>
            <a:r>
              <a:rPr lang="en-US" sz="900"/>
              <a:t>📞 Demo Call: [Booking link]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🎁 Special Offer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400" b="1"/>
              <a:t>Limited Time Benefits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400" b="1"/>
              <a:t>For Early Adopters:</a:t>
            </a:r>
          </a:p>
          <a:p>
            <a:pPr lvl="0">
              <a:lnSpc>
                <a:spcPct val="90000"/>
              </a:lnSpc>
            </a:pPr>
            <a:r>
              <a:rPr lang="en-US" sz="1400"/>
              <a:t>✅ </a:t>
            </a:r>
            <a:r>
              <a:rPr lang="en-US" sz="1400" b="1"/>
              <a:t>FREE</a:t>
            </a:r>
            <a:r>
              <a:rPr lang="en-US" sz="1400"/>
              <a:t> setup consultation (2 hours)</a:t>
            </a:r>
          </a:p>
          <a:p>
            <a:pPr lvl="0">
              <a:lnSpc>
                <a:spcPct val="90000"/>
              </a:lnSpc>
            </a:pPr>
            <a:r>
              <a:rPr lang="en-US" sz="1400"/>
              <a:t>✅ </a:t>
            </a:r>
            <a:r>
              <a:rPr lang="en-US" sz="1400" b="1"/>
              <a:t>FREE</a:t>
            </a:r>
            <a:r>
              <a:rPr lang="en-US" sz="1400"/>
              <a:t> team training session (4 hours)</a:t>
            </a:r>
          </a:p>
          <a:p>
            <a:pPr lvl="0">
              <a:lnSpc>
                <a:spcPct val="90000"/>
              </a:lnSpc>
            </a:pPr>
            <a:r>
              <a:rPr lang="en-US" sz="1400"/>
              <a:t>✅ </a:t>
            </a:r>
            <a:r>
              <a:rPr lang="en-US" sz="1400" b="1"/>
              <a:t>FREE</a:t>
            </a:r>
            <a:r>
              <a:rPr lang="en-US" sz="1400"/>
              <a:t> custom template creation</a:t>
            </a:r>
          </a:p>
          <a:p>
            <a:pPr lvl="0">
              <a:lnSpc>
                <a:spcPct val="90000"/>
              </a:lnSpc>
            </a:pPr>
            <a:r>
              <a:rPr lang="en-US" sz="1400"/>
              <a:t>✅ </a:t>
            </a:r>
            <a:r>
              <a:rPr lang="en-US" sz="1400" b="1"/>
              <a:t>Priority</a:t>
            </a:r>
            <a:r>
              <a:rPr lang="en-US" sz="1400"/>
              <a:t> support for 3 months</a:t>
            </a:r>
          </a:p>
          <a:p>
            <a:pPr lvl="0">
              <a:lnSpc>
                <a:spcPct val="90000"/>
              </a:lnSpc>
            </a:pPr>
            <a:r>
              <a:rPr lang="en-US" sz="1400"/>
              <a:t>✅ </a:t>
            </a:r>
            <a:r>
              <a:rPr lang="en-US" sz="1400" b="1"/>
              <a:t>Lifetime</a:t>
            </a:r>
            <a:r>
              <a:rPr lang="en-US" sz="1400"/>
              <a:t> framework updates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400" b="1"/>
              <a:t>Enterprise Package:</a:t>
            </a:r>
          </a:p>
          <a:p>
            <a:pPr lvl="0">
              <a:lnSpc>
                <a:spcPct val="90000"/>
              </a:lnSpc>
            </a:pPr>
            <a:r>
              <a:rPr lang="en-US" sz="1400"/>
              <a:t>✅ Dedicated support channel</a:t>
            </a:r>
          </a:p>
          <a:p>
            <a:pPr lvl="0">
              <a:lnSpc>
                <a:spcPct val="90000"/>
              </a:lnSpc>
            </a:pPr>
            <a:r>
              <a:rPr lang="en-US" sz="1400"/>
              <a:t>✅ Custom feature development</a:t>
            </a:r>
          </a:p>
          <a:p>
            <a:pPr lvl="0">
              <a:lnSpc>
                <a:spcPct val="90000"/>
              </a:lnSpc>
            </a:pPr>
            <a:r>
              <a:rPr lang="en-US" sz="1400"/>
              <a:t>✅ On-site training</a:t>
            </a:r>
          </a:p>
          <a:p>
            <a:pPr lvl="0">
              <a:lnSpc>
                <a:spcPct val="90000"/>
              </a:lnSpc>
            </a:pPr>
            <a:r>
              <a:rPr lang="en-US" sz="1400"/>
              <a:t>✅ Architecture review</a:t>
            </a:r>
          </a:p>
          <a:p>
            <a:pPr lvl="0">
              <a:lnSpc>
                <a:spcPct val="90000"/>
              </a:lnSpc>
            </a:pPr>
            <a:r>
              <a:rPr lang="en-US" sz="1400"/>
              <a:t>✅ SLA guarantees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b="1"/>
              <a:t>Book a demo within 7 days to claim these benefits!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🌟 Success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500" b="1"/>
              <a:t>Client Testimonials</a:t>
            </a:r>
          </a:p>
          <a:p>
            <a:pPr marL="1270000" lvl="0" indent="0">
              <a:lnSpc>
                <a:spcPct val="90000"/>
              </a:lnSpc>
              <a:buNone/>
            </a:pPr>
            <a:r>
              <a:rPr lang="en-US" sz="1500" b="1"/>
              <a:t>“Reduced our test maintenance from 2 days/week to 2 hours/week. The AI self-healing is magic!”</a:t>
            </a:r>
          </a:p>
          <a:p>
            <a:pPr marL="1270000" lvl="0" indent="0">
              <a:lnSpc>
                <a:spcPct val="90000"/>
              </a:lnSpc>
              <a:buNone/>
            </a:pPr>
            <a:r>
              <a:rPr lang="en-US" sz="1500"/>
              <a:t>— </a:t>
            </a:r>
            <a:r>
              <a:rPr lang="en-US" sz="1500" i="1"/>
              <a:t>QA Manager, Fortune 500 E-commerce</a:t>
            </a:r>
          </a:p>
          <a:p>
            <a:pPr marL="1270000" lvl="0" indent="0">
              <a:lnSpc>
                <a:spcPct val="90000"/>
              </a:lnSpc>
              <a:buNone/>
            </a:pPr>
            <a:r>
              <a:rPr lang="en-US" sz="1500" b="1"/>
              <a:t>“Test creation is now 10x faster. Our team writes tests in plain English and the framework handles the complexity.”</a:t>
            </a:r>
          </a:p>
          <a:p>
            <a:pPr marL="1270000" lvl="0" indent="0">
              <a:lnSpc>
                <a:spcPct val="90000"/>
              </a:lnSpc>
              <a:buNone/>
            </a:pPr>
            <a:r>
              <a:rPr lang="en-US" sz="1500"/>
              <a:t>— </a:t>
            </a:r>
            <a:r>
              <a:rPr lang="en-US" sz="1500" i="1"/>
              <a:t>Engineering Lead, FinTech Startup</a:t>
            </a:r>
          </a:p>
          <a:p>
            <a:pPr marL="1270000" lvl="0" indent="0">
              <a:lnSpc>
                <a:spcPct val="90000"/>
              </a:lnSpc>
              <a:buNone/>
            </a:pPr>
            <a:r>
              <a:rPr lang="en-US" sz="1500" b="1"/>
              <a:t>“The local LLM option saved us $12K annually in API costs while maintaining full AI capabilities.”</a:t>
            </a:r>
          </a:p>
          <a:p>
            <a:pPr marL="1270000" lvl="0" indent="0">
              <a:lnSpc>
                <a:spcPct val="90000"/>
              </a:lnSpc>
              <a:buNone/>
            </a:pPr>
            <a:r>
              <a:rPr lang="en-US" sz="1500"/>
              <a:t>— </a:t>
            </a:r>
            <a:r>
              <a:rPr lang="en-US" sz="1500" i="1"/>
              <a:t>CTO, Healthcare SaaS</a:t>
            </a:r>
          </a:p>
          <a:p>
            <a:pPr marL="1270000" lvl="0" indent="0">
              <a:lnSpc>
                <a:spcPct val="90000"/>
              </a:lnSpc>
              <a:buNone/>
            </a:pPr>
            <a:r>
              <a:rPr lang="en-US" sz="1500" b="1"/>
              <a:t>“Auto-generated tests from the Generator Agent are better than what our junior engineers write manually.”</a:t>
            </a:r>
          </a:p>
          <a:p>
            <a:pPr marL="1270000" lvl="0" indent="0">
              <a:lnSpc>
                <a:spcPct val="90000"/>
              </a:lnSpc>
              <a:buNone/>
            </a:pPr>
            <a:r>
              <a:rPr lang="en-US" sz="1500"/>
              <a:t>— </a:t>
            </a:r>
            <a:r>
              <a:rPr lang="en-US" sz="1500" i="1"/>
              <a:t>VP Engineering, Enterprise Software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📊 Summary: Why This Framework?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800" b="1"/>
              <a:t>The Bottom Line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800" b="1"/>
              <a:t>Traditional Testing</a:t>
            </a:r>
          </a:p>
          <a:p>
            <a:pPr lvl="0">
              <a:lnSpc>
                <a:spcPct val="90000"/>
              </a:lnSpc>
            </a:pPr>
            <a:r>
              <a:rPr lang="en-US" sz="800"/>
              <a:t>❌ Manual selector hunting</a:t>
            </a:r>
          </a:p>
          <a:p>
            <a:pPr lvl="0">
              <a:lnSpc>
                <a:spcPct val="90000"/>
              </a:lnSpc>
            </a:pPr>
            <a:r>
              <a:rPr lang="en-US" sz="800"/>
              <a:t>❌ Constant maintenance</a:t>
            </a:r>
          </a:p>
          <a:p>
            <a:pPr lvl="0">
              <a:lnSpc>
                <a:spcPct val="90000"/>
              </a:lnSpc>
            </a:pPr>
            <a:r>
              <a:rPr lang="en-US" sz="800"/>
              <a:t>❌ Slow test creation</a:t>
            </a:r>
          </a:p>
          <a:p>
            <a:pPr lvl="0">
              <a:lnSpc>
                <a:spcPct val="90000"/>
              </a:lnSpc>
            </a:pPr>
            <a:r>
              <a:rPr lang="en-US" sz="800"/>
              <a:t>❌ Expensive debugging</a:t>
            </a:r>
          </a:p>
          <a:p>
            <a:pPr lvl="0">
              <a:lnSpc>
                <a:spcPct val="90000"/>
              </a:lnSpc>
            </a:pPr>
            <a:r>
              <a:rPr lang="en-US" sz="800"/>
              <a:t>❌ High learning curve</a:t>
            </a:r>
          </a:p>
          <a:p>
            <a:pPr lvl="0">
              <a:lnSpc>
                <a:spcPct val="90000"/>
              </a:lnSpc>
            </a:pPr>
            <a:r>
              <a:rPr lang="en-US" sz="800"/>
              <a:t>❌ API costs</a:t>
            </a:r>
          </a:p>
          <a:p>
            <a:pPr lvl="0">
              <a:lnSpc>
                <a:spcPct val="90000"/>
              </a:lnSpc>
            </a:pPr>
            <a:r>
              <a:rPr lang="en-US" sz="800" b="1"/>
              <a:t>Result</a:t>
            </a:r>
            <a:r>
              <a:rPr lang="en-US" sz="800"/>
              <a:t>: Frustrated teams, slow releases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800" b="1"/>
              <a:t>Our AI Framework</a:t>
            </a:r>
          </a:p>
          <a:p>
            <a:pPr lvl="0">
              <a:lnSpc>
                <a:spcPct val="90000"/>
              </a:lnSpc>
            </a:pPr>
            <a:r>
              <a:rPr lang="en-US" sz="800"/>
              <a:t>✅ Natural language testing</a:t>
            </a:r>
          </a:p>
          <a:p>
            <a:pPr lvl="0">
              <a:lnSpc>
                <a:spcPct val="90000"/>
              </a:lnSpc>
            </a:pPr>
            <a:r>
              <a:rPr lang="en-US" sz="800"/>
              <a:t>✅ Self-healing tests</a:t>
            </a:r>
          </a:p>
          <a:p>
            <a:pPr lvl="0">
              <a:lnSpc>
                <a:spcPct val="90000"/>
              </a:lnSpc>
            </a:pPr>
            <a:r>
              <a:rPr lang="en-US" sz="800"/>
              <a:t>✅ Instant test generation</a:t>
            </a:r>
          </a:p>
          <a:p>
            <a:pPr lvl="0">
              <a:lnSpc>
                <a:spcPct val="90000"/>
              </a:lnSpc>
            </a:pPr>
            <a:r>
              <a:rPr lang="en-US" sz="800"/>
              <a:t>✅ Auto-fix failures</a:t>
            </a:r>
          </a:p>
          <a:p>
            <a:pPr lvl="0">
              <a:lnSpc>
                <a:spcPct val="90000"/>
              </a:lnSpc>
            </a:pPr>
            <a:r>
              <a:rPr lang="en-US" sz="800"/>
              <a:t>✅ Easy to learn</a:t>
            </a:r>
          </a:p>
          <a:p>
            <a:pPr lvl="0">
              <a:lnSpc>
                <a:spcPct val="90000"/>
              </a:lnSpc>
            </a:pPr>
            <a:r>
              <a:rPr lang="en-US" sz="800"/>
              <a:t>✅ FREE AI option</a:t>
            </a:r>
          </a:p>
          <a:p>
            <a:pPr lvl="0">
              <a:lnSpc>
                <a:spcPct val="90000"/>
              </a:lnSpc>
            </a:pPr>
            <a:r>
              <a:rPr lang="en-US" sz="800" b="1"/>
              <a:t>Result</a:t>
            </a:r>
            <a:r>
              <a:rPr lang="en-US" sz="800"/>
              <a:t>: Happy teams, fast releases, huge savings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800" b="1"/>
              <a:t>Investment vs. Returns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800" b="1"/>
              <a:t>Investment</a:t>
            </a:r>
            <a:r>
              <a:rPr lang="en-US" sz="800"/>
              <a:t>: - Setup: 5 minutes - Learning: 1 day - Cost: $0 (with local LLM)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800" b="1"/>
              <a:t>Returns</a:t>
            </a:r>
            <a:r>
              <a:rPr lang="en-US" sz="800"/>
              <a:t>: - 70% less maintenance - 96% faster test creation - 90% faster debugging - $9K+ annual savings - 3x team productivity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800" b="1"/>
              <a:t>ROI: 780% in year one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🚀 Ready to Transform Your Testing?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sz="1500" b="1"/>
              <a:t>Take Action Now!</a:t>
            </a:r>
          </a:p>
          <a:p>
            <a:pPr lvl="0" indent="0">
              <a:buNone/>
            </a:pPr>
            <a:r>
              <a:rPr lang="en-US" sz="1500" i="1">
                <a:latin typeface="Courier"/>
              </a:rPr>
              <a:t># Start your AI testing journey:</a:t>
            </a:r>
            <a:br>
              <a:rPr lang="en-US" sz="1500"/>
            </a:br>
            <a:r>
              <a:rPr lang="en-US" sz="1500">
                <a:latin typeface="Courier"/>
              </a:rPr>
              <a:t>git clone [repo-url]</a:t>
            </a:r>
            <a:br>
              <a:rPr lang="en-US" sz="1500"/>
            </a:br>
            <a:r>
              <a:rPr lang="en-US" sz="1500">
                <a:latin typeface="Courier"/>
              </a:rPr>
              <a:t>cd playwright-ai-framework</a:t>
            </a:r>
            <a:br>
              <a:rPr lang="en-US" sz="1500"/>
            </a:br>
            <a:r>
              <a:rPr lang="en-US" sz="1500">
                <a:latin typeface="Courier"/>
              </a:rPr>
              <a:t>npm install</a:t>
            </a:r>
            <a:br>
              <a:rPr lang="en-US" sz="1500"/>
            </a:br>
            <a:r>
              <a:rPr lang="en-US" sz="1500">
                <a:latin typeface="Courier"/>
              </a:rPr>
              <a:t>npm test</a:t>
            </a:r>
            <a:br>
              <a:rPr lang="en-US" sz="1500"/>
            </a:br>
            <a:br>
              <a:rPr lang="en-US" sz="1500"/>
            </a:br>
            <a:r>
              <a:rPr lang="en-US" sz="1500" i="1">
                <a:latin typeface="Courier"/>
              </a:rPr>
              <a:t># See the magic happen! ✨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US" sz="1500" b="1"/>
              <a:t>Questions?</a:t>
            </a:r>
          </a:p>
          <a:p>
            <a:pPr lvl="0"/>
            <a:r>
              <a:rPr lang="en-US" sz="1500"/>
              <a:t>📖 Read the docs: </a:t>
            </a:r>
            <a:r>
              <a:rPr lang="en-US" sz="1500">
                <a:latin typeface="Courier"/>
              </a:rPr>
              <a:t>README.md</a:t>
            </a:r>
          </a:p>
          <a:p>
            <a:pPr lvl="0"/>
            <a:r>
              <a:rPr lang="en-US" sz="1500"/>
              <a:t>💬 Ask us: [support email]</a:t>
            </a:r>
          </a:p>
          <a:p>
            <a:pPr lvl="0"/>
            <a:r>
              <a:rPr lang="en-US" sz="1500"/>
              <a:t>🎥 Watch demo: [video link]</a:t>
            </a:r>
          </a:p>
          <a:p>
            <a:pPr lvl="0"/>
            <a:r>
              <a:rPr lang="en-US" sz="1500"/>
              <a:t>📅 Book call: [calendar link]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Thank You!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>
                <a:solidFill>
                  <a:srgbClr val="FFFFFF"/>
                </a:solidFill>
              </a:rPr>
              <a:t>Let’s Build Intelligent Tests Together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1500" b="1"/>
              <a:t>Contact Information:</a:t>
            </a:r>
            <a:r>
              <a:rPr lang="en-US" sz="1500"/>
              <a:t> - Repository: [GitHub URL] - Email: [Your Email] - Website: [Your Website] - LinkedIn: [Your LinkedIn]</a:t>
            </a:r>
          </a:p>
          <a:p>
            <a:pPr marL="0" lvl="0" indent="0">
              <a:buNone/>
            </a:pPr>
            <a:r>
              <a:rPr lang="en-US" sz="1500" b="1"/>
              <a:t>Presentation Date</a:t>
            </a:r>
            <a:r>
              <a:rPr lang="en-US" sz="1500"/>
              <a:t>: February 16, 2026 </a:t>
            </a:r>
            <a:r>
              <a:rPr lang="en-US" sz="1500" b="1"/>
              <a:t>Version</a:t>
            </a:r>
            <a:r>
              <a:rPr lang="en-US" sz="1500"/>
              <a:t>: 1.0 </a:t>
            </a:r>
            <a:r>
              <a:rPr lang="en-US" sz="1500" b="1"/>
              <a:t>Framework</a:t>
            </a:r>
            <a:r>
              <a:rPr lang="en-US" sz="1500"/>
              <a:t>: AI-Assisted Playwright Automation Framework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700" b="1"/>
              <a:t>Appendix: Technical Specifications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700" b="1"/>
              <a:t>System Requirements</a:t>
            </a:r>
          </a:p>
          <a:p>
            <a:pPr lvl="0">
              <a:lnSpc>
                <a:spcPct val="90000"/>
              </a:lnSpc>
            </a:pPr>
            <a:r>
              <a:rPr lang="en-US" sz="700"/>
              <a:t>Node.js 16.x or higher</a:t>
            </a:r>
          </a:p>
          <a:p>
            <a:pPr lvl="0">
              <a:lnSpc>
                <a:spcPct val="90000"/>
              </a:lnSpc>
            </a:pPr>
            <a:r>
              <a:rPr lang="en-US" sz="700"/>
              <a:t>8GB RAM minimum (16GB recommended)</a:t>
            </a:r>
          </a:p>
          <a:p>
            <a:pPr lvl="0">
              <a:lnSpc>
                <a:spcPct val="90000"/>
              </a:lnSpc>
            </a:pPr>
            <a:r>
              <a:rPr lang="en-US" sz="700"/>
              <a:t>10GB disk space</a:t>
            </a:r>
          </a:p>
          <a:p>
            <a:pPr lvl="0">
              <a:lnSpc>
                <a:spcPct val="90000"/>
              </a:lnSpc>
            </a:pPr>
            <a:r>
              <a:rPr lang="en-US" sz="700"/>
              <a:t>Windows 10+, macOS 10.15+, or Linux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700" b="1"/>
              <a:t>Browser Support</a:t>
            </a:r>
          </a:p>
          <a:p>
            <a:pPr lvl="0">
              <a:lnSpc>
                <a:spcPct val="90000"/>
              </a:lnSpc>
            </a:pPr>
            <a:r>
              <a:rPr lang="en-US" sz="700"/>
              <a:t>Chromium (Chrome, Edge)</a:t>
            </a:r>
          </a:p>
          <a:p>
            <a:pPr lvl="0">
              <a:lnSpc>
                <a:spcPct val="90000"/>
              </a:lnSpc>
            </a:pPr>
            <a:r>
              <a:rPr lang="en-US" sz="700"/>
              <a:t>Firefox</a:t>
            </a:r>
          </a:p>
          <a:p>
            <a:pPr lvl="0">
              <a:lnSpc>
                <a:spcPct val="90000"/>
              </a:lnSpc>
            </a:pPr>
            <a:r>
              <a:rPr lang="en-US" sz="700"/>
              <a:t>WebKit (Safari)</a:t>
            </a:r>
          </a:p>
          <a:p>
            <a:pPr lvl="0">
              <a:lnSpc>
                <a:spcPct val="90000"/>
              </a:lnSpc>
            </a:pPr>
            <a:r>
              <a:rPr lang="en-US" sz="700"/>
              <a:t>Mobile browsers (iOS, Android)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700" b="1"/>
              <a:t>AI Models Supported</a:t>
            </a:r>
          </a:p>
          <a:p>
            <a:pPr lvl="0">
              <a:lnSpc>
                <a:spcPct val="90000"/>
              </a:lnSpc>
            </a:pPr>
            <a:r>
              <a:rPr lang="en-US" sz="700" b="1"/>
              <a:t>Local</a:t>
            </a:r>
            <a:r>
              <a:rPr lang="en-US" sz="700"/>
              <a:t>: Llama 3.2, Mistral, Phi-3</a:t>
            </a:r>
          </a:p>
          <a:p>
            <a:pPr lvl="0">
              <a:lnSpc>
                <a:spcPct val="90000"/>
              </a:lnSpc>
            </a:pPr>
            <a:r>
              <a:rPr lang="en-US" sz="700" b="1"/>
              <a:t>Cloud</a:t>
            </a:r>
            <a:r>
              <a:rPr lang="en-US" sz="700"/>
              <a:t>: Anthropic Claude (Sonnet, Opus)</a:t>
            </a:r>
          </a:p>
          <a:p>
            <a:pPr lvl="0">
              <a:lnSpc>
                <a:spcPct val="90000"/>
              </a:lnSpc>
            </a:pPr>
            <a:r>
              <a:rPr lang="en-US" sz="700" b="1"/>
              <a:t>Custom</a:t>
            </a:r>
            <a:r>
              <a:rPr lang="en-US" sz="700"/>
              <a:t>: Bring your own model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700" b="1"/>
              <a:t>Performance Benchmarks</a:t>
            </a:r>
          </a:p>
          <a:p>
            <a:pPr lvl="0">
              <a:lnSpc>
                <a:spcPct val="90000"/>
              </a:lnSpc>
            </a:pPr>
            <a:r>
              <a:rPr lang="en-US" sz="700"/>
              <a:t>Test execution: 2-5 sec/test</a:t>
            </a:r>
          </a:p>
          <a:p>
            <a:pPr lvl="0">
              <a:lnSpc>
                <a:spcPct val="90000"/>
              </a:lnSpc>
            </a:pPr>
            <a:r>
              <a:rPr lang="en-US" sz="700"/>
              <a:t>AI query latency: 1-3 sec</a:t>
            </a:r>
          </a:p>
          <a:p>
            <a:pPr lvl="0">
              <a:lnSpc>
                <a:spcPct val="90000"/>
              </a:lnSpc>
            </a:pPr>
            <a:r>
              <a:rPr lang="en-US" sz="700"/>
              <a:t>Self-healing: 0.5-2 sec</a:t>
            </a:r>
          </a:p>
          <a:p>
            <a:pPr lvl="0">
              <a:lnSpc>
                <a:spcPct val="90000"/>
              </a:lnSpc>
            </a:pPr>
            <a:r>
              <a:rPr lang="en-US" sz="700"/>
              <a:t>Parallel tests: Up to 10 workers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605588"/>
            <a:ext cx="4571997" cy="533439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56565"/>
            <a:ext cx="9036544" cy="3069979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828608" y="781953"/>
            <a:ext cx="2097346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1116866"/>
            <a:ext cx="41148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485051" y="4386794"/>
            <a:ext cx="964406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50800" y="373339"/>
            <a:ext cx="4258818" cy="425613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1459" y="473202"/>
            <a:ext cx="3736705" cy="4109004"/>
          </a:xfrm>
          <a:noFill/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1400" i="1">
                <a:solidFill>
                  <a:schemeClr val="bg1"/>
                </a:solidFill>
              </a:rPr>
              <a:t>This framework represents the future of test automation. Join us in making testing intelligent, efficient, and enjoyable!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4663</Words>
  <Application>Microsoft Office PowerPoint</Application>
  <PresentationFormat>On-screen Show (16:9)</PresentationFormat>
  <Paragraphs>488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Courier</vt:lpstr>
      <vt:lpstr>Office Theme</vt:lpstr>
      <vt:lpstr>🚀 AI-Powered Test Automation Framework</vt:lpstr>
      <vt:lpstr>Next-Generation Intelligent Testing with Playwright</vt:lpstr>
      <vt:lpstr>📊 Executive Summary</vt:lpstr>
      <vt:lpstr>🎯 What Makes This Revolutionary?</vt:lpstr>
      <vt:lpstr>💡 Core Capabilities</vt:lpstr>
      <vt:lpstr>🤖 AI-Powered Features</vt:lpstr>
      <vt:lpstr>🎭 Test Agents in Action</vt:lpstr>
      <vt:lpstr>💰 FREE AI Option: Local LLM</vt:lpstr>
      <vt:lpstr>📈 Real Business Impact</vt:lpstr>
      <vt:lpstr>PowerPoint Presentation</vt:lpstr>
      <vt:lpstr>🏗️ Enterprise-Grade Architecture</vt:lpstr>
      <vt:lpstr>🔄 Self-Healing in Action</vt:lpstr>
      <vt:lpstr>📝 Complete Feature List</vt:lpstr>
      <vt:lpstr>💻 Live Code Examples</vt:lpstr>
      <vt:lpstr>🎓 Easy Learning Curve</vt:lpstr>
      <vt:lpstr>🚀 Getting Started (5 Minutes)</vt:lpstr>
      <vt:lpstr>📚 Comprehensive Documentation</vt:lpstr>
      <vt:lpstr>🔒 Enterprise Security &amp; Privacy</vt:lpstr>
      <vt:lpstr>🌐 Cloud &amp; CI/CD Integration</vt:lpstr>
      <vt:lpstr>📊 Advanced Analytics &amp; Insights</vt:lpstr>
      <vt:lpstr>🎯 Use Cases &amp; Industries</vt:lpstr>
      <vt:lpstr>💼 Support &amp; Training</vt:lpstr>
      <vt:lpstr>🔄 Migration From Existing Frameworks</vt:lpstr>
      <vt:lpstr>🏆 Competitive Advantages</vt:lpstr>
      <vt:lpstr>💎 Premium Features</vt:lpstr>
      <vt:lpstr>📞 Next Steps</vt:lpstr>
      <vt:lpstr>🎁 Special Offer</vt:lpstr>
      <vt:lpstr>🌟 Success Stories</vt:lpstr>
      <vt:lpstr>📊 Summary: Why This Framework?</vt:lpstr>
      <vt:lpstr>🚀 Ready to Transform Your Testing?</vt:lpstr>
      <vt:lpstr>Thank You!</vt:lpstr>
      <vt:lpstr>Let’s Build Intelligent Tests Together 🤖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Bisen, Viplove (CW)</cp:lastModifiedBy>
  <cp:revision>1</cp:revision>
  <dcterms:created xsi:type="dcterms:W3CDTF">2026-02-16T14:58:06Z</dcterms:created>
  <dcterms:modified xsi:type="dcterms:W3CDTF">2026-02-16T15:08:42Z</dcterms:modified>
</cp:coreProperties>
</file>