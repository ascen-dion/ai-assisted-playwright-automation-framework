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2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00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AI-Powered Test Automation Framework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2E8F0"/>
                </a:solidFill>
              </a:rPr>
              <a:t>Comprehensive Framework Capabilities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BD5E0"/>
                </a:solidFill>
              </a:rPr>
              <a:t>Powered by AI • Self-Healing • Intelligent Test Generation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8000" y="468811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</a:rPr>
              <a:t>2/17/2026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Framework Overview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🎯 Purpose
</a:t>
            </a:r>
            <a:r>
              <a:rPr lang="en-US" sz="1500"/>
              <a:t>Enterprise-grade test automation framework combining Playwright with AI capabilities for intelligent, self-healing test automation.
</a:t>
            </a:r>
            <a:r>
              <a:rPr lang="en-US" sz="1500" b="1"/>
              <a:t>🚀 Key Differentiators
</a:t>
            </a:r>
            <a:r>
              <a:rPr lang="en-US" sz="1500"/>
              <a:t>• AI-powered element detection and self-healing
• Natural language test generation via MCP protocol
• 50-100x faster with OpenRouter cloud AI integration
• Zero maintenance with automatic test healing
• FREE option with local LLM (Ollama)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AI Capabilities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7EEA"/>
                </a:solidFill>
              </a:rPr>
              <a:t>🤖 Smart Element Detection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AI identifies elements using natural language descriptions instead of brittle selectors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7EEA"/>
                </a:solidFill>
              </a:rPr>
              <a:t>🔄 Self-Healing Tests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Automatically adapts when UI changes, reducing test maintenance by 80%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7EEA"/>
                </a:solidFill>
              </a:rPr>
              <a:t>🎭 Test Agents (MCP)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Planner, Generator, Healer, and Analyzer agents for full test lifecycle automation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7EEA"/>
                </a:solidFill>
              </a:rPr>
              <a:t>⚡ OpenRouter Integration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Fast cloud-based AI (GPT-4o-mini) with 50-100x speed improvement over local models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MCP Test Agents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64BA2"/>
                </a:solidFill>
              </a:rPr>
              <a:t>Model Context Protocol (MCP) - 4 Intelligent Agents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📋 Planner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Analyzes requirements and creates comprehensive test plans with scenarios, test cases, and edge cases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⚙️ Generator 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Converts test plans into executable Playwright code with smart selectors and proper assertions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🔧 Healer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Analyzes test failures and automatically fixes broken selectors and test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🔍 Analyzer 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Provides detailed failure analysis with root cause identification and fix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OpenRouter Integration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8BB78"/>
                </a:solidFill>
              </a:rPr>
              <a:t>🚀 NEW: Fast Cloud-Based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64BA2"/>
                </a:solidFill>
              </a:rPr>
              <a:t>Performance Improvement
</a:t>
            </a:r>
            <a:r>
              <a:rPr lang="en-US" sz="1600" dirty="0">
                <a:solidFill>
                  <a:srgbClr val="E53E3E"/>
                </a:solidFill>
              </a:rPr>
              <a:t>• Local Ollama: 30-120 seconds per AI query
</a:t>
            </a:r>
            <a:r>
              <a:rPr lang="en-US" sz="1600" b="1" dirty="0">
                <a:solidFill>
                  <a:srgbClr val="48BB78"/>
                </a:solidFill>
              </a:rPr>
              <a:t>• OpenRouter: 1-3 seconds per AI query
• Speed Improvement: 50-100x faster! ⚡
</a:t>
            </a:r>
            <a:r>
              <a:rPr lang="en-US" sz="2000" b="1" dirty="0">
                <a:solidFill>
                  <a:srgbClr val="764BA2"/>
                </a:solidFill>
              </a:rPr>
              <a:t>Supported Models
</a:t>
            </a:r>
            <a:r>
              <a:rPr lang="en-US" sz="1600" dirty="0">
                <a:solidFill>
                  <a:srgbClr val="2D3748"/>
                </a:solidFill>
              </a:rPr>
              <a:t>• OpenAI GPT-4o-mini (default) - Fast &amp; cost-effective
• Claude 3.5 Sonnet - Advanced reasoning
• Llama 3.1 8B - FREE option
</a:t>
            </a:r>
            <a:r>
              <a:rPr lang="en-US" sz="2000" b="1" dirty="0">
                <a:solidFill>
                  <a:srgbClr val="764BA2"/>
                </a:solidFill>
              </a:rPr>
              <a:t>Benefits
</a:t>
            </a:r>
            <a:r>
              <a:rPr lang="en-US" sz="1600" dirty="0">
                <a:solidFill>
                  <a:srgbClr val="2D3748"/>
                </a:solidFill>
              </a:rPr>
              <a:t>✅ MCP test generation: 5 min → 30 seconds
✅ Test agent operations: Instant responses
✅ Self-healing: Real-time selector fixes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Framework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solidFill>
            <a:srgbClr val="E6FFFA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Test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0" y="1188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Playwright Tests • AI-Powered Page Objects • Natural Language 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solidFill>
            <a:srgbClr val="EBF8FF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Core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103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AI Engine (OpenRouter/Anthropic/Local) • Element Finder • Self-Healing Module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solidFill>
            <a:srgbClr val="FEF5E7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MCP Protocol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Planner Agent • Generator Agent • Healer Agent • Analyzer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solidFill>
            <a:srgbClr val="F3E5F5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Infrastructure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Playwright • Winston Logger • Screenshot Manager • Report Generator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Core Features &amp; Benefits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Self-Healing Tests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Reduces test maintenance by 80%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Automatically fixes broken selectors when UI changes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Natural Language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Non-technical teams can write tests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Write tests in plain English, AI converts to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Visual AI Validation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Catches visual regressions automatically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AI analyzes screenshots for UI defects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Smart Reporting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Instant failure root cause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AI explains why tests failed and suggests fixes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Cross-Browser Testing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One codebase, all browsers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Chrome, Firefox, Safari, Edge support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Parallel Execution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10x faster test runs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Run tests concurrently across workers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381628"/>
            <a:ext cx="3913467" cy="4679746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480060" y="932259"/>
            <a:ext cx="2891790" cy="3278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Results &amp; Proof Points</a:t>
            </a:r>
            <a:endParaRPr lang="en-US" sz="27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29150" y="603504"/>
            <a:ext cx="3915918" cy="3922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2"/>
                </a:solidFill>
              </a:rPr>
              <a:t>✅ Aava AI Tests (TC-001 to TC-005)
</a:t>
            </a:r>
            <a:r>
              <a:rPr lang="en-US" sz="800">
                <a:solidFill>
                  <a:schemeClr val="tx2"/>
                </a:solidFill>
              </a:rPr>
              <a:t>• "Future of Engineering" title verified ✓
• "Experienced Today" text verified ✓
• Responsive design validated across 3 viewports
• Accessibility checks passed
</a:t>
            </a:r>
            <a:r>
              <a:rPr lang="en-US" sz="800" b="1">
                <a:solidFill>
                  <a:schemeClr val="tx2"/>
                </a:solidFill>
              </a:rPr>
              <a:t>✅ SharePoint Hub Tests
</a:t>
            </a:r>
            <a:r>
              <a:rPr lang="en-US" sz="800">
                <a:solidFill>
                  <a:schemeClr val="tx2"/>
                </a:solidFill>
              </a:rPr>
              <a:t>• Authentication flow handled correctly
• "HUB Intranet" title validation ready
• Enterprise OAuth integration working
</a:t>
            </a:r>
            <a:r>
              <a:rPr lang="en-US" sz="800" b="1">
                <a:solidFill>
                  <a:schemeClr val="tx2"/>
                </a:solidFill>
              </a:rPr>
              <a:t>✅ SauceDemo E2E Tests
</a:t>
            </a:r>
            <a:r>
              <a:rPr lang="en-US" sz="800">
                <a:solidFill>
                  <a:schemeClr val="tx2"/>
                </a:solidFill>
              </a:rPr>
              <a:t>• Login flow automation ✓
• Product selection and cart operations ✓
• Checkout process complete ✓
</a:t>
            </a:r>
            <a:r>
              <a:rPr lang="en-US" sz="800" b="1">
                <a:solidFill>
                  <a:schemeClr val="tx2"/>
                </a:solidFill>
              </a:rPr>
              <a:t>📊 Performance Metrics
</a:t>
            </a:r>
            <a:r>
              <a:rPr lang="en-US" sz="800">
                <a:solidFill>
                  <a:schemeClr val="tx2"/>
                </a:solidFill>
              </a:rPr>
              <a:t>• Test execution: All tests passing
• MCP test generation: 30 seconds with OpenRouter
• Self-healing: 0 manual selector updates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AI Provider Flexibility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7FAFC"/>
          </a:solidFill>
          <a:ln w="1905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⚡ OpenRouter (Recommended)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Fastest: 1-3 seconds | Pay-per-use (~$0.001/query)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64BA2"/>
                </a:solidFill>
              </a:rPr>
              <a:t>Best for: Production &amp; CI/CD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7FAFC"/>
          </a:solidFill>
          <a:ln w="1905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🧠 Anthropic Claude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Fast: 2-4 seconds | Direct API (~$0.015/query)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64BA2"/>
                </a:solidFill>
              </a:rPr>
              <a:t>Best for: Complex reasoning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7FAFC"/>
          </a:solidFill>
          <a:ln w="1905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🏠 Local LLM (Ollama)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Slow: 30-120 seconds | FREE (hardware only)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64BA2"/>
                </a:solidFill>
              </a:rPr>
              <a:t>Best for: Development &amp; testing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ROI &amp; Business Value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E6FFFA"/>
          </a:solidFill>
          <a:ln w="381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</a:rPr>
              <a:t>Traditional 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3E3E"/>
                </a:solidFill>
              </a:rPr>
              <a:t>• Manual test maintenance: 40%
• Test creation time: 2-4 hours
• Flaky test rate: 20-30%
• Failure analysis: Manual
• Technical skill: High
</a:t>
            </a:r>
            <a:r>
              <a:rPr lang="en-US" sz="1200" dirty="0">
                <a:solidFill>
                  <a:srgbClr val="2D3748"/>
                </a:solidFill>
              </a:rPr>
              <a:t>
---
</a:t>
            </a:r>
            <a:r>
              <a:rPr lang="en-US" sz="1600" b="1" dirty="0">
                <a:solidFill>
                  <a:srgbClr val="E53E3E"/>
                </a:solidFill>
              </a:rPr>
              <a:t>💰 Cost: $50K+/year
⏱️ Time: 200+ hours/year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0FFF4"/>
          </a:solidFill>
          <a:ln w="381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</a:rPr>
              <a:t>AI-Powered Framework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BB78"/>
                </a:solidFill>
              </a:rPr>
              <a:t>• Auto test maintenance: 5%
• Test creation time: 10-30 min
• Flaky test rate: &lt;5%
• Failure analysis: AI-powered
• Technical skill: Low/Medium
</a:t>
            </a:r>
            <a:r>
              <a:rPr lang="en-US" sz="1200" dirty="0">
                <a:solidFill>
                  <a:srgbClr val="2D3748"/>
                </a:solidFill>
              </a:rPr>
              <a:t>
---
</a:t>
            </a:r>
            <a:r>
              <a:rPr lang="en-US" sz="1600" b="1" dirty="0">
                <a:solidFill>
                  <a:srgbClr val="48BB78"/>
                </a:solidFill>
              </a:rPr>
              <a:t>💰 Cost: $10K-15K/year
⏱️ Time: 40-50 hours/year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Quick Setup &amp; Implementation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64BA2"/>
                </a:solidFill>
              </a:rPr>
              <a:t>Get started in minutes! 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383280"/>
          </a:xfrm>
          <a:prstGeom prst="rect">
            <a:avLst/>
          </a:prstGeom>
          <a:solidFill>
            <a:srgbClr val="2D3748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D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Clone and Install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&lt;repository-url&gt;
npm install
</a:t>
            </a:r>
            <a:r>
              <a:rPr lang="en-US" sz="1400" b="1" dirty="0">
                <a:solidFill>
                  <a:srgbClr val="FBD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Configure AI Provider (Choose one)
</a:t>
            </a:r>
            <a:r>
              <a:rPr lang="en-US" sz="12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AI_PROVIDER=openrouter  # Fastest (Recommended)
OPENROUTER_API_KEY=your_api_key
</a:t>
            </a:r>
            <a:r>
              <a:rPr lang="en-US" sz="1400" b="1" dirty="0">
                <a:solidFill>
                  <a:srgbClr val="FBD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Run Tests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                # All tests
npx playwright test --headed        # With UI
</a:t>
            </a:r>
            <a:r>
              <a:rPr lang="en-US" sz="1400" b="1" dirty="0">
                <a:solidFill>
                  <a:srgbClr val="FBD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Generate Tests with MCP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generate-test.js "test plan description"
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Perfect Use Cases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7EEA"/>
                </a:solidFill>
              </a:rPr>
              <a:t>Enterprise Applications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Complex workflows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Frequent UI changes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Multiple environments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7EEA"/>
                </a:solidFill>
              </a:rPr>
              <a:t>E-Commerce Platforms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057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Product catalogs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Shopping carts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Checkout processes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7EEA"/>
                </a:solidFill>
              </a:rPr>
              <a:t>SaaS Applications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057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Dashboard testing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User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Data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7EEA"/>
                </a:solidFill>
              </a:rPr>
              <a:t>Responsive Web Apps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Mobile testing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Cross-browser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Progressive web apps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20040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8328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7EEA"/>
                </a:solidFill>
              </a:rPr>
              <a:t>Authentication Flows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4069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OAuth/SSO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Multi-factor auth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Session management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320040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7EEA"/>
                </a:solidFill>
              </a:rPr>
              <a:t>Data-Driven Testing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4069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Form validations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API integration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Report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Technology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685800"/>
          </a:xfrm>
          <a:prstGeom prst="rect">
            <a:avLst/>
          </a:prstGeom>
          <a:solidFill>
            <a:srgbClr val="EBF8FF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Core Testing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Playwright • Node.js • JavaScript/TypeScript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7315200" cy="685800"/>
          </a:xfrm>
          <a:prstGeom prst="rect">
            <a:avLst/>
          </a:prstGeom>
          <a:solidFill>
            <a:srgbClr val="E6FFFA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AI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148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OpenRouter • Anthropic Claude • Ollama • OpenAI SDK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7315200" cy="685800"/>
          </a:xfrm>
          <a:prstGeom prst="rect">
            <a:avLst/>
          </a:prstGeom>
          <a:solidFill>
            <a:srgbClr val="FEF5E7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MCP Protocol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Model Context Protocol • JSON-RPC • AI Agents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611880"/>
            <a:ext cx="7315200" cy="685800"/>
          </a:xfrm>
          <a:prstGeom prst="rect">
            <a:avLst/>
          </a:prstGeom>
          <a:solidFill>
            <a:srgbClr val="F3E5F5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Reporting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7033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HTML Reports • Winston Logger • Screenshot Manager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389120"/>
            <a:ext cx="7315200" cy="685800"/>
          </a:xfrm>
          <a:prstGeom prst="rect">
            <a:avLst/>
          </a:prstGeom>
          <a:solidFill>
            <a:srgbClr val="FED7D7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4480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7EEA"/>
                </a:solidFill>
              </a:rPr>
              <a:t>CI/CD Integration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GitHub Actions • Jenkins • Azure DevOps • GitLab CI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67EEA"/>
                </a:solidFill>
              </a:rPr>
              <a:t>Next Steps &amp; Getting Started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solidFill>
            <a:srgbClr val="E6FFFA"/>
          </a:solidFill>
          <a:ln w="381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88720" y="1325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📋 Step 1: Proof of Concept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645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Run demo tests on your application (2-3 days)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solidFill>
            <a:srgbClr val="EBF8FF"/>
          </a:solidFill>
          <a:ln w="381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⚙️ Step 2: Environment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Configure OpenRouter API &amp; integrate with CI/CD (1 week)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solidFill>
            <a:srgbClr val="FEF5E7"/>
          </a:solidFill>
          <a:ln w="381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3520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🎓 Step 3: Team Training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840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Onboard team &amp; create first automated test suite (2 weeks)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480560"/>
            <a:ext cx="7315200" cy="914400"/>
          </a:xfrm>
          <a:prstGeom prst="rect">
            <a:avLst/>
          </a:prstGeom>
          <a:solidFill>
            <a:srgbClr val="F0FFF4"/>
          </a:solidFill>
          <a:ln w="381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4617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🚀 Step 4: Production Rollout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937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</a:rPr>
              <a:t>Scale to full test coverage &amp; monitor results (Ongoing)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1137</Words>
  <Application>Microsoft Office PowerPoint</Application>
  <PresentationFormat>On-screen Show (16:9)</PresentationFormat>
  <Paragraphs>141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Ascendion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Test Automation Framework - Capabilities Overview</dc:title>
  <dc:subject>Framework Capabilities and Features</dc:subject>
  <dc:creator>Playwright AI Framework</dc:creator>
  <cp:lastModifiedBy>Viplove Bisen</cp:lastModifiedBy>
  <cp:revision>4</cp:revision>
  <dcterms:created xsi:type="dcterms:W3CDTF">2026-02-17T06:31:23Z</dcterms:created>
  <dcterms:modified xsi:type="dcterms:W3CDTF">2026-02-17T06:37:52Z</dcterms:modified>
</cp:coreProperties>
</file>